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075C42-3469-4A9A-9B3B-1F517306AC7B}" v="65" dt="2026-05-20T22:40:20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1DC9C-5ECE-44DC-A71D-63CDFD8313D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EFF66-42FE-4CF0-BE51-50764E8C6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18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EFF66-42FE-4CF0-BE51-50764E8C64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64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606E-A2A3-BDC0-31EA-B863094C4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8792C-9FD0-F587-7206-B9FCA94DC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E991D-4E1A-46E7-3835-968C51F8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8C6DF-5579-0692-61F4-F5094871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72F7-F380-0A71-D44E-6CC0EA13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4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8F48-C07F-82D1-332D-40D284C7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2EBEE-4445-A067-2303-9A0A87159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AEEE-0BA1-AE9A-35B6-660347E3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8EE6F-73D7-B1B3-651C-8152F7E1D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B4576-CF5A-0D68-E17C-6AE74E34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3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5CAE2-89FD-8A9E-D316-AB11ED40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C87EA-D2B3-351F-6B0B-3B4788C82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BB66F-9A82-06E5-A999-1BC5E1D76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94125-3593-EFF7-25D8-F18198B7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04260-FA09-EC69-8705-AD7DDEE05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0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E522-9D17-24EA-E7F1-1E2BFD57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8BA21-71CF-DA0D-6AA1-7BC4D9487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EAD8F-8C00-63B5-7A3F-B75496BF6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A4E88-5598-2936-5181-5B5BEC552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17472-FA88-1C03-4AB3-74BB012F5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0F4BF-B6F4-7490-1E11-364307CD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6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CD65-8CAE-B63E-C252-97E6D0C2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66DAB-3420-BC17-7BC2-32CF337F6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7D84F-B8C2-3825-1DE0-4E76E874F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1CB5F-462A-B36F-D1E8-2AAF3D668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F1421-C263-D43C-B2FE-3C42527A3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0B3EE-8D20-B392-AE58-A8B831828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79120-B034-7EE0-4089-FB0EA492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5FDE2-8475-E822-C4D2-928CFF22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32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6E6B9-46CB-F061-61D2-EAEA8C91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F7B59D-0A1E-F8D8-DA1F-4499CCE3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B7CAB4-64DE-7CED-C9C3-03DB515D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2F6D9-2486-EB42-BBFD-E871CD9F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4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47B7B-66EB-F59F-75D1-FAE94A483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994AB2-A49A-30F9-6D77-0980D1EE6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9BF82-1146-87D4-A131-4EDEE53B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12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D6E4-71C0-C193-4660-095CB729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37301-9980-A64B-484A-150DF84A4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37024-2B17-6C5D-798F-988C88DC3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9D730-B2E6-C202-CDCE-DF81E83F9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5FA32-DD5E-8BD6-1BE7-46F36B5DE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9E142-2031-9AB3-8E1E-02F668FA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1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BAEB-7CB6-BCCD-592B-C88D777C8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B0A3B2-1B12-4213-82DD-70EBC11A76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42082-76D3-7B7E-553F-BBA309CE8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00B57-85C6-538F-CA85-28A56E5CD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06F17-B266-EB69-957D-2B23CF45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DA288-1666-9D0B-0218-898FAE8D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3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17E7-5360-1BFD-2F98-4D7CE0084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8C78BD-21D5-DD4E-73BF-720D96969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D22D6-1211-56D0-938B-FFE38CC0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F74EC-753D-D67E-0EF7-A90A98A2D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18954-2072-D13F-375C-90BD0643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2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37326-982E-EC99-3456-20A5E86837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04D4A-13B6-8238-5309-A9F6CCBED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894D1-D0CB-E915-B925-046A5757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E07BF-5808-F191-5422-D1A15A493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6D107-E18A-1947-0FAA-E257B806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93A75-9434-0B25-88E2-C4BE483B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5537F-F1D1-3EFC-E2AC-44042B05C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D8E1C-03B2-0210-9D74-D25E0E7BA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72EBA-6B7C-4CB3-AA5D-1DBC4F41AF0A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E724A-2505-9680-D3BF-24589BD9D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FF26-B5D3-4C73-DF25-A4C1C3FC7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15F5DF-F3FB-4016-B721-AA14A699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3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E6D9FE-C658-8E33-EBE1-95FB4271F159}"/>
              </a:ext>
            </a:extLst>
          </p:cNvPr>
          <p:cNvSpPr txBox="1"/>
          <p:nvPr/>
        </p:nvSpPr>
        <p:spPr>
          <a:xfrm>
            <a:off x="4590288" y="128016"/>
            <a:ext cx="33636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SI5351 Multi-Radio VFO</a:t>
            </a:r>
          </a:p>
          <a:p>
            <a:r>
              <a:rPr lang="en-US" sz="2400" dirty="0"/>
              <a:t>System Wiring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8336E6-2D66-C425-9633-F0516F459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25305" y="2888661"/>
            <a:ext cx="3185405" cy="1281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3CB2AD-0E00-B007-437F-DC1E9ED6B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7" t="19088" r="5081" b="18186"/>
          <a:stretch>
            <a:fillRect/>
          </a:stretch>
        </p:blipFill>
        <p:spPr>
          <a:xfrm rot="5400000">
            <a:off x="5183479" y="2931486"/>
            <a:ext cx="2186842" cy="1525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2AE35C-6C3C-672F-57F4-695AE0BCC7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624316" y="1998280"/>
            <a:ext cx="2263042" cy="16037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2B04FA-135B-74A8-7E5A-BABD907C9B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624316" y="4339595"/>
            <a:ext cx="2263042" cy="160374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206DD11-5CAD-120F-C448-39B34C765A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24440" y="1793338"/>
            <a:ext cx="540970" cy="54097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384E03D-7C7B-58A5-912C-1446DADA21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4440" y="2405817"/>
            <a:ext cx="542591" cy="54259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F327542-C05B-AB3F-C579-FA372CA014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4440" y="3022056"/>
            <a:ext cx="542591" cy="54259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DBDF515-3063-9CA8-CD2A-3E1946C513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4442" y="3647847"/>
            <a:ext cx="542591" cy="54259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0098E86-D430-DCAB-8AED-78AD2E3E2C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4440" y="4261947"/>
            <a:ext cx="542591" cy="54259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5415203-906D-A15E-BCD6-6E290F6BE2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2819" y="4851001"/>
            <a:ext cx="542591" cy="54259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EFF903A-35C1-F240-698F-2AF91F810D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798" y="1197012"/>
            <a:ext cx="739879" cy="73987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68A304B-9944-9DF1-A660-FC272BC7F4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6330" y="2691320"/>
            <a:ext cx="743776" cy="73768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BE640B9-F33B-1A02-7BD9-9E079B0A50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7386" y="1915434"/>
            <a:ext cx="743776" cy="73768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2401971-C1D4-A485-630D-79BAC75527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6330" y="3467207"/>
            <a:ext cx="743776" cy="73768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5BC75E2-2611-5561-EC5D-F4740467DE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6330" y="4261947"/>
            <a:ext cx="743776" cy="73768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ECCFCA5C-713B-3CEA-7312-E1D1EE9994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7386" y="4952805"/>
            <a:ext cx="743776" cy="737680"/>
          </a:xfrm>
          <a:prstGeom prst="rect">
            <a:avLst/>
          </a:prstGeom>
        </p:spPr>
      </p:pic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F35A76A0-D638-5976-0A3F-640A30204A87}"/>
              </a:ext>
            </a:extLst>
          </p:cNvPr>
          <p:cNvCxnSpPr>
            <a:cxnSpLocks/>
          </p:cNvCxnSpPr>
          <p:nvPr/>
        </p:nvCxnSpPr>
        <p:spPr>
          <a:xfrm flipV="1">
            <a:off x="9557708" y="1793338"/>
            <a:ext cx="1390510" cy="270485"/>
          </a:xfrm>
          <a:prstGeom prst="bentConnector3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D6AACCE4-E20C-C211-806F-523EC0D3D7C6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9557708" y="2443167"/>
            <a:ext cx="1390510" cy="356984"/>
          </a:xfrm>
          <a:prstGeom prst="bentConnector3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DE5DE482-7287-B3B0-BC9F-3DCED3333623}"/>
              </a:ext>
            </a:extLst>
          </p:cNvPr>
          <p:cNvCxnSpPr>
            <a:cxnSpLocks/>
          </p:cNvCxnSpPr>
          <p:nvPr/>
        </p:nvCxnSpPr>
        <p:spPr>
          <a:xfrm flipV="1">
            <a:off x="9557708" y="3237271"/>
            <a:ext cx="1481460" cy="327376"/>
          </a:xfrm>
          <a:prstGeom prst="bentConnector3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BE2358B-AF35-B689-FA1B-6C0BA86D8D62}"/>
              </a:ext>
            </a:extLst>
          </p:cNvPr>
          <p:cNvCxnSpPr>
            <a:cxnSpLocks/>
          </p:cNvCxnSpPr>
          <p:nvPr/>
        </p:nvCxnSpPr>
        <p:spPr>
          <a:xfrm flipV="1">
            <a:off x="9557708" y="4001767"/>
            <a:ext cx="1481460" cy="378504"/>
          </a:xfrm>
          <a:prstGeom prst="bentConnector3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99A7B9C1-20C4-0F88-FE06-D5556DD3E334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9557708" y="4836560"/>
            <a:ext cx="1481460" cy="304906"/>
          </a:xfrm>
          <a:prstGeom prst="bentConnector3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9A030F1C-83DC-B04B-A0CE-979D0355F69A}"/>
              </a:ext>
            </a:extLst>
          </p:cNvPr>
          <p:cNvCxnSpPr>
            <a:cxnSpLocks/>
          </p:cNvCxnSpPr>
          <p:nvPr/>
        </p:nvCxnSpPr>
        <p:spPr>
          <a:xfrm flipV="1">
            <a:off x="9557708" y="5501148"/>
            <a:ext cx="1481460" cy="361336"/>
          </a:xfrm>
          <a:prstGeom prst="bentConnector3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90AD262D-DF30-5A4E-5FAC-B2337E15BD3E}"/>
              </a:ext>
            </a:extLst>
          </p:cNvPr>
          <p:cNvCxnSpPr>
            <a:cxnSpLocks/>
          </p:cNvCxnSpPr>
          <p:nvPr/>
        </p:nvCxnSpPr>
        <p:spPr>
          <a:xfrm flipV="1">
            <a:off x="9557708" y="3775288"/>
            <a:ext cx="1603742" cy="429599"/>
          </a:xfrm>
          <a:prstGeom prst="bentConnector3">
            <a:avLst>
              <a:gd name="adj1" fmla="val 28849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4DA2E647-1B46-E2F7-725D-9B63FD07D0E2}"/>
              </a:ext>
            </a:extLst>
          </p:cNvPr>
          <p:cNvCxnSpPr>
            <a:cxnSpLocks/>
          </p:cNvCxnSpPr>
          <p:nvPr/>
        </p:nvCxnSpPr>
        <p:spPr>
          <a:xfrm flipV="1">
            <a:off x="9496567" y="4583738"/>
            <a:ext cx="1664883" cy="369067"/>
          </a:xfrm>
          <a:prstGeom prst="bentConnector3">
            <a:avLst>
              <a:gd name="adj1" fmla="val 28297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86EAE4A2-C565-A37A-56DD-D668B979D126}"/>
              </a:ext>
            </a:extLst>
          </p:cNvPr>
          <p:cNvCxnSpPr>
            <a:cxnSpLocks/>
          </p:cNvCxnSpPr>
          <p:nvPr/>
        </p:nvCxnSpPr>
        <p:spPr>
          <a:xfrm flipV="1">
            <a:off x="9465997" y="5274596"/>
            <a:ext cx="1695453" cy="415889"/>
          </a:xfrm>
          <a:prstGeom prst="bentConnector3">
            <a:avLst>
              <a:gd name="adj1" fmla="val 31733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0EAE3BC1-26B1-EF1C-9893-9EFD819C7E63}"/>
              </a:ext>
            </a:extLst>
          </p:cNvPr>
          <p:cNvCxnSpPr>
            <a:cxnSpLocks/>
          </p:cNvCxnSpPr>
          <p:nvPr/>
        </p:nvCxnSpPr>
        <p:spPr>
          <a:xfrm flipV="1">
            <a:off x="9557708" y="3022056"/>
            <a:ext cx="1542601" cy="321916"/>
          </a:xfrm>
          <a:prstGeom prst="bentConnector3">
            <a:avLst>
              <a:gd name="adj1" fmla="val 29923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B6FF1D70-764B-9C5B-F108-B5A515583A10}"/>
              </a:ext>
            </a:extLst>
          </p:cNvPr>
          <p:cNvCxnSpPr>
            <a:cxnSpLocks/>
          </p:cNvCxnSpPr>
          <p:nvPr/>
        </p:nvCxnSpPr>
        <p:spPr>
          <a:xfrm flipV="1">
            <a:off x="9557708" y="1496631"/>
            <a:ext cx="1481460" cy="371981"/>
          </a:xfrm>
          <a:prstGeom prst="bentConnector3">
            <a:avLst>
              <a:gd name="adj1" fmla="val 31583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3D5710F1-8898-602A-98C3-9E96C2D28FBF}"/>
              </a:ext>
            </a:extLst>
          </p:cNvPr>
          <p:cNvCxnSpPr>
            <a:cxnSpLocks/>
          </p:cNvCxnSpPr>
          <p:nvPr/>
        </p:nvCxnSpPr>
        <p:spPr>
          <a:xfrm flipV="1">
            <a:off x="9496566" y="2221262"/>
            <a:ext cx="1603745" cy="383346"/>
          </a:xfrm>
          <a:prstGeom prst="bentConnector3">
            <a:avLst>
              <a:gd name="adj1" fmla="val 33447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893E7041-38AE-2E87-C2DB-182B6723048A}"/>
              </a:ext>
            </a:extLst>
          </p:cNvPr>
          <p:cNvCxnSpPr>
            <a:cxnSpLocks/>
          </p:cNvCxnSpPr>
          <p:nvPr/>
        </p:nvCxnSpPr>
        <p:spPr>
          <a:xfrm rot="10800000">
            <a:off x="1919142" y="2063824"/>
            <a:ext cx="1060032" cy="884585"/>
          </a:xfrm>
          <a:prstGeom prst="bentConnector3">
            <a:avLst>
              <a:gd name="adj1" fmla="val 67797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03DFE6A1-D892-9CBB-3362-72CA01972EC4}"/>
              </a:ext>
            </a:extLst>
          </p:cNvPr>
          <p:cNvCxnSpPr>
            <a:cxnSpLocks/>
            <a:endCxn id="45" idx="3"/>
          </p:cNvCxnSpPr>
          <p:nvPr/>
        </p:nvCxnSpPr>
        <p:spPr>
          <a:xfrm rot="10800000">
            <a:off x="1867032" y="2677114"/>
            <a:ext cx="1119515" cy="428603"/>
          </a:xfrm>
          <a:prstGeom prst="bentConnector3">
            <a:avLst>
              <a:gd name="adj1" fmla="val 78077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FE610F9A-DAB0-DDDA-4EC1-B469BFB15705}"/>
              </a:ext>
            </a:extLst>
          </p:cNvPr>
          <p:cNvCxnSpPr>
            <a:cxnSpLocks/>
            <a:endCxn id="47" idx="3"/>
          </p:cNvCxnSpPr>
          <p:nvPr/>
        </p:nvCxnSpPr>
        <p:spPr>
          <a:xfrm rot="10800000" flipV="1">
            <a:off x="1867032" y="3291214"/>
            <a:ext cx="1119515" cy="2138"/>
          </a:xfrm>
          <a:prstGeom prst="bentConnector3">
            <a:avLst>
              <a:gd name="adj1" fmla="val 50000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2A9AA323-C9E9-10BB-1BDC-5424DBACC66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67034" y="3434930"/>
            <a:ext cx="1112141" cy="472522"/>
          </a:xfrm>
          <a:prstGeom prst="bentConnector3">
            <a:avLst>
              <a:gd name="adj1" fmla="val 63924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3283BCAC-6268-175F-D51D-0A4D6ACD1108}"/>
              </a:ext>
            </a:extLst>
          </p:cNvPr>
          <p:cNvCxnSpPr>
            <a:cxnSpLocks/>
            <a:endCxn id="51" idx="3"/>
          </p:cNvCxnSpPr>
          <p:nvPr/>
        </p:nvCxnSpPr>
        <p:spPr>
          <a:xfrm rot="10800000" flipV="1">
            <a:off x="1867032" y="3645707"/>
            <a:ext cx="1119515" cy="887535"/>
          </a:xfrm>
          <a:prstGeom prst="bentConnector3">
            <a:avLst>
              <a:gd name="adj1" fmla="val 50000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DA9F5C56-8CDD-53B2-87D0-8F4306CBA87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45206" y="3836047"/>
            <a:ext cx="1441341" cy="1296142"/>
          </a:xfrm>
          <a:prstGeom prst="bentConnector3">
            <a:avLst>
              <a:gd name="adj1" fmla="val 25954"/>
            </a:avLst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1B2DB909-7EB1-2DF2-08C5-3050E786A464}"/>
              </a:ext>
            </a:extLst>
          </p:cNvPr>
          <p:cNvCxnSpPr>
            <a:cxnSpLocks/>
          </p:cNvCxnSpPr>
          <p:nvPr/>
        </p:nvCxnSpPr>
        <p:spPr>
          <a:xfrm flipV="1">
            <a:off x="4027920" y="3060160"/>
            <a:ext cx="1632515" cy="418689"/>
          </a:xfrm>
          <a:prstGeom prst="bentConnector3">
            <a:avLst>
              <a:gd name="adj1" fmla="val 39159"/>
            </a:avLst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E9BA253C-E100-523D-F82E-C8AD9F80791D}"/>
              </a:ext>
            </a:extLst>
          </p:cNvPr>
          <p:cNvCxnSpPr>
            <a:cxnSpLocks/>
          </p:cNvCxnSpPr>
          <p:nvPr/>
        </p:nvCxnSpPr>
        <p:spPr>
          <a:xfrm flipV="1">
            <a:off x="5418932" y="2800151"/>
            <a:ext cx="2745905" cy="2322145"/>
          </a:xfrm>
          <a:prstGeom prst="bentConnector3">
            <a:avLst>
              <a:gd name="adj1" fmla="val 63964"/>
            </a:avLst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766A5A77-3595-6F7D-E0A1-28EB814976E7}"/>
              </a:ext>
            </a:extLst>
          </p:cNvPr>
          <p:cNvCxnSpPr>
            <a:cxnSpLocks/>
          </p:cNvCxnSpPr>
          <p:nvPr/>
        </p:nvCxnSpPr>
        <p:spPr>
          <a:xfrm flipV="1">
            <a:off x="4073886" y="3237271"/>
            <a:ext cx="1586549" cy="53943"/>
          </a:xfrm>
          <a:prstGeom prst="bentConnector3">
            <a:avLst>
              <a:gd name="adj1" fmla="val 50000"/>
            </a:avLst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034A7B28-180E-AFE7-3737-B8A3E09BE868}"/>
              </a:ext>
            </a:extLst>
          </p:cNvPr>
          <p:cNvCxnSpPr>
            <a:cxnSpLocks/>
          </p:cNvCxnSpPr>
          <p:nvPr/>
        </p:nvCxnSpPr>
        <p:spPr>
          <a:xfrm rot="5400000">
            <a:off x="5110566" y="4622269"/>
            <a:ext cx="808393" cy="191660"/>
          </a:xfrm>
          <a:prstGeom prst="bentConnector3">
            <a:avLst>
              <a:gd name="adj1" fmla="val -171"/>
            </a:avLst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6C9A1491-7872-E959-D5C0-B47CD1B90594}"/>
              </a:ext>
            </a:extLst>
          </p:cNvPr>
          <p:cNvCxnSpPr>
            <a:cxnSpLocks/>
          </p:cNvCxnSpPr>
          <p:nvPr/>
        </p:nvCxnSpPr>
        <p:spPr>
          <a:xfrm rot="5400000">
            <a:off x="4814402" y="4615202"/>
            <a:ext cx="1321213" cy="370854"/>
          </a:xfrm>
          <a:prstGeom prst="bentConnector3">
            <a:avLst>
              <a:gd name="adj1" fmla="val 884"/>
            </a:avLst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5EF482DE-43F1-4390-C4B9-9DEF6C9E141A}"/>
              </a:ext>
            </a:extLst>
          </p:cNvPr>
          <p:cNvCxnSpPr>
            <a:cxnSpLocks/>
          </p:cNvCxnSpPr>
          <p:nvPr/>
        </p:nvCxnSpPr>
        <p:spPr>
          <a:xfrm flipV="1">
            <a:off x="5279220" y="2989160"/>
            <a:ext cx="2863021" cy="2472076"/>
          </a:xfrm>
          <a:prstGeom prst="bentConnector3">
            <a:avLst>
              <a:gd name="adj1" fmla="val 71894"/>
            </a:avLst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C076E570-78B7-6A5F-48D8-BBBD131F87B4}"/>
              </a:ext>
            </a:extLst>
          </p:cNvPr>
          <p:cNvCxnSpPr>
            <a:cxnSpLocks/>
          </p:cNvCxnSpPr>
          <p:nvPr/>
        </p:nvCxnSpPr>
        <p:spPr>
          <a:xfrm flipV="1">
            <a:off x="5660435" y="5132189"/>
            <a:ext cx="2481806" cy="694095"/>
          </a:xfrm>
          <a:prstGeom prst="bentConnector3">
            <a:avLst>
              <a:gd name="adj1" fmla="val 71028"/>
            </a:avLst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807A0546-F315-5901-1C69-404C7737B56B}"/>
              </a:ext>
            </a:extLst>
          </p:cNvPr>
          <p:cNvCxnSpPr>
            <a:cxnSpLocks/>
          </p:cNvCxnSpPr>
          <p:nvPr/>
        </p:nvCxnSpPr>
        <p:spPr>
          <a:xfrm flipV="1">
            <a:off x="5825613" y="5311305"/>
            <a:ext cx="2326989" cy="765030"/>
          </a:xfrm>
          <a:prstGeom prst="bentConnector3">
            <a:avLst>
              <a:gd name="adj1" fmla="val 72423"/>
            </a:avLst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: Elbow 193">
            <a:extLst>
              <a:ext uri="{FF2B5EF4-FFF2-40B4-BE49-F238E27FC236}">
                <a16:creationId xmlns:a16="http://schemas.microsoft.com/office/drawing/2014/main" id="{02AB0BFD-1F7E-267F-8910-3AD07BA62A3C}"/>
              </a:ext>
            </a:extLst>
          </p:cNvPr>
          <p:cNvCxnSpPr>
            <a:cxnSpLocks/>
          </p:cNvCxnSpPr>
          <p:nvPr/>
        </p:nvCxnSpPr>
        <p:spPr>
          <a:xfrm rot="5400000">
            <a:off x="5095046" y="5271255"/>
            <a:ext cx="1108184" cy="1873"/>
          </a:xfrm>
          <a:prstGeom prst="bentConnector3">
            <a:avLst>
              <a:gd name="adj1" fmla="val 50000"/>
            </a:avLst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: Elbow 199">
            <a:extLst>
              <a:ext uri="{FF2B5EF4-FFF2-40B4-BE49-F238E27FC236}">
                <a16:creationId xmlns:a16="http://schemas.microsoft.com/office/drawing/2014/main" id="{181723D1-B68F-09DD-A06B-3FE5F68761B7}"/>
              </a:ext>
            </a:extLst>
          </p:cNvPr>
          <p:cNvCxnSpPr>
            <a:cxnSpLocks/>
          </p:cNvCxnSpPr>
          <p:nvPr/>
        </p:nvCxnSpPr>
        <p:spPr>
          <a:xfrm rot="5400000">
            <a:off x="4425820" y="4850302"/>
            <a:ext cx="1592218" cy="859853"/>
          </a:xfrm>
          <a:prstGeom prst="bentConnector3">
            <a:avLst>
              <a:gd name="adj1" fmla="val -1409"/>
            </a:avLst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40A461F0-03DD-7224-1D29-1199427C39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92003" y="6076335"/>
            <a:ext cx="1033613" cy="9896"/>
          </a:xfrm>
          <a:prstGeom prst="bentConnector3">
            <a:avLst>
              <a:gd name="adj1" fmla="val 50000"/>
            </a:avLst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FBBAB48C-2DDF-24FF-BAE9-3DA43734F9A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6018" y="3827388"/>
            <a:ext cx="3239974" cy="27723"/>
          </a:xfrm>
          <a:prstGeom prst="bentConnector3">
            <a:avLst>
              <a:gd name="adj1" fmla="val 50000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047644C7-CA75-6586-CB7C-EB65A0C2EC90}"/>
              </a:ext>
            </a:extLst>
          </p:cNvPr>
          <p:cNvSpPr txBox="1"/>
          <p:nvPr/>
        </p:nvSpPr>
        <p:spPr>
          <a:xfrm>
            <a:off x="3047628" y="3245449"/>
            <a:ext cx="6095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⏚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326DB0F-39E4-1AF4-15C4-DE99DCA079AC}"/>
              </a:ext>
            </a:extLst>
          </p:cNvPr>
          <p:cNvSpPr txBox="1"/>
          <p:nvPr/>
        </p:nvSpPr>
        <p:spPr>
          <a:xfrm>
            <a:off x="1476956" y="5437745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</a:p>
        </p:txBody>
      </p:sp>
      <p:cxnSp>
        <p:nvCxnSpPr>
          <p:cNvPr id="233" name="Connector: Elbow 232">
            <a:extLst>
              <a:ext uri="{FF2B5EF4-FFF2-40B4-BE49-F238E27FC236}">
                <a16:creationId xmlns:a16="http://schemas.microsoft.com/office/drawing/2014/main" id="{39F2C4FC-7134-F488-C17D-069A67C8CC2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30421" y="5815515"/>
            <a:ext cx="992011" cy="357109"/>
          </a:xfrm>
          <a:prstGeom prst="bentConnector3">
            <a:avLst>
              <a:gd name="adj1" fmla="val 98112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8A3533DF-8906-65A1-6644-EA82C0BCC409}"/>
              </a:ext>
            </a:extLst>
          </p:cNvPr>
          <p:cNvSpPr txBox="1"/>
          <p:nvPr/>
        </p:nvSpPr>
        <p:spPr>
          <a:xfrm>
            <a:off x="7334606" y="6430854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</a:p>
        </p:txBody>
      </p:sp>
      <p:cxnSp>
        <p:nvCxnSpPr>
          <p:cNvPr id="243" name="Connector: Elbow 242">
            <a:extLst>
              <a:ext uri="{FF2B5EF4-FFF2-40B4-BE49-F238E27FC236}">
                <a16:creationId xmlns:a16="http://schemas.microsoft.com/office/drawing/2014/main" id="{DA324A92-C960-B151-7EDE-7F2D6B67010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41664" y="6089498"/>
            <a:ext cx="799590" cy="156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2CC25637-3473-5C32-2B01-88EEF7D47010}"/>
              </a:ext>
            </a:extLst>
          </p:cNvPr>
          <p:cNvSpPr txBox="1"/>
          <p:nvPr/>
        </p:nvSpPr>
        <p:spPr>
          <a:xfrm>
            <a:off x="7881746" y="6460465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+5V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D8399892-09A7-BBC2-4935-FE24F9BBDB92}"/>
              </a:ext>
            </a:extLst>
          </p:cNvPr>
          <p:cNvSpPr txBox="1"/>
          <p:nvPr/>
        </p:nvSpPr>
        <p:spPr>
          <a:xfrm>
            <a:off x="3200028" y="3397849"/>
            <a:ext cx="6095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⏚</a:t>
            </a:r>
          </a:p>
        </p:txBody>
      </p: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440277B8-6C78-4F47-7B2C-86941361D77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99155" y="3282800"/>
            <a:ext cx="825247" cy="569822"/>
          </a:xfrm>
          <a:prstGeom prst="bentConnector3">
            <a:avLst>
              <a:gd name="adj1" fmla="val 99186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: Elbow 256">
            <a:extLst>
              <a:ext uri="{FF2B5EF4-FFF2-40B4-BE49-F238E27FC236}">
                <a16:creationId xmlns:a16="http://schemas.microsoft.com/office/drawing/2014/main" id="{5FE53F3A-B130-FA01-2396-59A155C2B407}"/>
              </a:ext>
            </a:extLst>
          </p:cNvPr>
          <p:cNvCxnSpPr>
            <a:cxnSpLocks/>
          </p:cNvCxnSpPr>
          <p:nvPr/>
        </p:nvCxnSpPr>
        <p:spPr>
          <a:xfrm rot="5400000">
            <a:off x="7402133" y="3786531"/>
            <a:ext cx="1156847" cy="320261"/>
          </a:xfrm>
          <a:prstGeom prst="bentConnector3">
            <a:avLst>
              <a:gd name="adj1" fmla="val 647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D43F6F30-B961-FE07-CFF3-E4AB589A47B9}"/>
              </a:ext>
            </a:extLst>
          </p:cNvPr>
          <p:cNvSpPr txBox="1"/>
          <p:nvPr/>
        </p:nvSpPr>
        <p:spPr>
          <a:xfrm>
            <a:off x="7215245" y="3961467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E2BD033E-CD81-D07D-5432-913411A5A855}"/>
              </a:ext>
            </a:extLst>
          </p:cNvPr>
          <p:cNvSpPr txBox="1"/>
          <p:nvPr/>
        </p:nvSpPr>
        <p:spPr>
          <a:xfrm>
            <a:off x="7438801" y="4487999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+5V</a:t>
            </a:r>
          </a:p>
        </p:txBody>
      </p:sp>
      <p:cxnSp>
        <p:nvCxnSpPr>
          <p:cNvPr id="271" name="Connector: Elbow 270">
            <a:extLst>
              <a:ext uri="{FF2B5EF4-FFF2-40B4-BE49-F238E27FC236}">
                <a16:creationId xmlns:a16="http://schemas.microsoft.com/office/drawing/2014/main" id="{882F6237-1E31-C80F-369E-A11BFF9FBFF0}"/>
              </a:ext>
            </a:extLst>
          </p:cNvPr>
          <p:cNvCxnSpPr>
            <a:cxnSpLocks/>
          </p:cNvCxnSpPr>
          <p:nvPr/>
        </p:nvCxnSpPr>
        <p:spPr>
          <a:xfrm flipV="1">
            <a:off x="4062906" y="1983939"/>
            <a:ext cx="1275649" cy="400393"/>
          </a:xfrm>
          <a:prstGeom prst="bentConnector3">
            <a:avLst>
              <a:gd name="adj1" fmla="val 50000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5C0C3908-B168-E756-EE23-7665898ED053}"/>
              </a:ext>
            </a:extLst>
          </p:cNvPr>
          <p:cNvSpPr txBox="1"/>
          <p:nvPr/>
        </p:nvSpPr>
        <p:spPr>
          <a:xfrm>
            <a:off x="5338555" y="1835281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</a:p>
        </p:txBody>
      </p: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E5311C1A-5746-0A54-8F4E-3C7D3B4475B8}"/>
              </a:ext>
            </a:extLst>
          </p:cNvPr>
          <p:cNvCxnSpPr>
            <a:cxnSpLocks/>
            <a:endCxn id="281" idx="1"/>
          </p:cNvCxnSpPr>
          <p:nvPr/>
        </p:nvCxnSpPr>
        <p:spPr>
          <a:xfrm flipV="1">
            <a:off x="4027920" y="2259894"/>
            <a:ext cx="1349424" cy="522856"/>
          </a:xfrm>
          <a:prstGeom prst="bentConnector3">
            <a:avLst>
              <a:gd name="adj1" fmla="val 66235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76A5FBAC-396A-3C09-DB12-9F4FDB66D7E7}"/>
              </a:ext>
            </a:extLst>
          </p:cNvPr>
          <p:cNvSpPr txBox="1"/>
          <p:nvPr/>
        </p:nvSpPr>
        <p:spPr>
          <a:xfrm>
            <a:off x="5377344" y="2075228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+5V</a:t>
            </a:r>
          </a:p>
        </p:txBody>
      </p:sp>
      <p:cxnSp>
        <p:nvCxnSpPr>
          <p:cNvPr id="285" name="Connector: Elbow 284">
            <a:extLst>
              <a:ext uri="{FF2B5EF4-FFF2-40B4-BE49-F238E27FC236}">
                <a16:creationId xmlns:a16="http://schemas.microsoft.com/office/drawing/2014/main" id="{95AF1816-CB73-3B9F-B615-974330E80D62}"/>
              </a:ext>
            </a:extLst>
          </p:cNvPr>
          <p:cNvCxnSpPr>
            <a:cxnSpLocks/>
            <a:stCxn id="281" idx="3"/>
          </p:cNvCxnSpPr>
          <p:nvPr/>
        </p:nvCxnSpPr>
        <p:spPr>
          <a:xfrm flipH="1">
            <a:off x="5688457" y="2259894"/>
            <a:ext cx="255068" cy="349026"/>
          </a:xfrm>
          <a:prstGeom prst="bentConnector4">
            <a:avLst>
              <a:gd name="adj1" fmla="val -89623"/>
              <a:gd name="adj2" fmla="val 76454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: Elbow 292">
            <a:extLst>
              <a:ext uri="{FF2B5EF4-FFF2-40B4-BE49-F238E27FC236}">
                <a16:creationId xmlns:a16="http://schemas.microsoft.com/office/drawing/2014/main" id="{ABCBDE54-BF39-1AE0-1F21-F16AC036A13C}"/>
              </a:ext>
            </a:extLst>
          </p:cNvPr>
          <p:cNvCxnSpPr>
            <a:cxnSpLocks/>
          </p:cNvCxnSpPr>
          <p:nvPr/>
        </p:nvCxnSpPr>
        <p:spPr>
          <a:xfrm rot="5400000">
            <a:off x="5560371" y="2096772"/>
            <a:ext cx="938342" cy="682169"/>
          </a:xfrm>
          <a:prstGeom prst="bentConnector3">
            <a:avLst>
              <a:gd name="adj1" fmla="val 97709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: Elbow 297">
            <a:extLst>
              <a:ext uri="{FF2B5EF4-FFF2-40B4-BE49-F238E27FC236}">
                <a16:creationId xmlns:a16="http://schemas.microsoft.com/office/drawing/2014/main" id="{B0B80E05-A38C-72AB-921A-AF2556AA22EE}"/>
              </a:ext>
            </a:extLst>
          </p:cNvPr>
          <p:cNvCxnSpPr>
            <a:cxnSpLocks/>
            <a:stCxn id="275" idx="3"/>
          </p:cNvCxnSpPr>
          <p:nvPr/>
        </p:nvCxnSpPr>
        <p:spPr>
          <a:xfrm>
            <a:off x="6008931" y="2019947"/>
            <a:ext cx="394049" cy="314363"/>
          </a:xfrm>
          <a:prstGeom prst="bentConnector3">
            <a:avLst>
              <a:gd name="adj1" fmla="val 91093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: Elbow 308">
            <a:extLst>
              <a:ext uri="{FF2B5EF4-FFF2-40B4-BE49-F238E27FC236}">
                <a16:creationId xmlns:a16="http://schemas.microsoft.com/office/drawing/2014/main" id="{3F6CF843-A86F-794A-3D8E-7597689A16E8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41311" y="2027104"/>
            <a:ext cx="943457" cy="472209"/>
          </a:xfrm>
          <a:prstGeom prst="bentConnector3">
            <a:avLst>
              <a:gd name="adj1" fmla="val -2498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C04FABB5-9A8B-9D28-DF47-420D4926A1BC}"/>
              </a:ext>
            </a:extLst>
          </p:cNvPr>
          <p:cNvSpPr txBox="1"/>
          <p:nvPr/>
        </p:nvSpPr>
        <p:spPr>
          <a:xfrm>
            <a:off x="2225477" y="1485923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B856E56-CB1F-FB0E-3467-4C55D44A7F7F}"/>
              </a:ext>
            </a:extLst>
          </p:cNvPr>
          <p:cNvSpPr txBox="1"/>
          <p:nvPr/>
        </p:nvSpPr>
        <p:spPr>
          <a:xfrm>
            <a:off x="713671" y="1850749"/>
            <a:ext cx="65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PTT1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EB2F1D7-9933-DE9B-F021-04E5C6774932}"/>
              </a:ext>
            </a:extLst>
          </p:cNvPr>
          <p:cNvSpPr txBox="1"/>
          <p:nvPr/>
        </p:nvSpPr>
        <p:spPr>
          <a:xfrm>
            <a:off x="709344" y="2492446"/>
            <a:ext cx="90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PTT2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51C111BA-F803-2902-C317-729B4792A0AB}"/>
              </a:ext>
            </a:extLst>
          </p:cNvPr>
          <p:cNvSpPr txBox="1"/>
          <p:nvPr/>
        </p:nvSpPr>
        <p:spPr>
          <a:xfrm>
            <a:off x="687831" y="3061939"/>
            <a:ext cx="65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PTT3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C7CEDE27-BE5E-5C35-4795-726ADA9C0B72}"/>
              </a:ext>
            </a:extLst>
          </p:cNvPr>
          <p:cNvSpPr txBox="1"/>
          <p:nvPr/>
        </p:nvSpPr>
        <p:spPr>
          <a:xfrm>
            <a:off x="701606" y="3703636"/>
            <a:ext cx="65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PTT4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74F743D0-5F74-5492-CF60-A521546F369C}"/>
              </a:ext>
            </a:extLst>
          </p:cNvPr>
          <p:cNvSpPr txBox="1"/>
          <p:nvPr/>
        </p:nvSpPr>
        <p:spPr>
          <a:xfrm>
            <a:off x="713671" y="4312590"/>
            <a:ext cx="65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PTT5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A6B3A927-4E89-6746-AB6C-9EA916D040A0}"/>
              </a:ext>
            </a:extLst>
          </p:cNvPr>
          <p:cNvSpPr txBox="1"/>
          <p:nvPr/>
        </p:nvSpPr>
        <p:spPr>
          <a:xfrm>
            <a:off x="721514" y="4898576"/>
            <a:ext cx="65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PTT6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FA4614B9-DB09-EFFE-B5A1-84F04D57A0C1}"/>
              </a:ext>
            </a:extLst>
          </p:cNvPr>
          <p:cNvSpPr txBox="1"/>
          <p:nvPr/>
        </p:nvSpPr>
        <p:spPr>
          <a:xfrm>
            <a:off x="11024565" y="1348754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RF_OUT1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B6E8725C-EA95-7CD7-C8A5-2CCF32B5E881}"/>
              </a:ext>
            </a:extLst>
          </p:cNvPr>
          <p:cNvSpPr txBox="1"/>
          <p:nvPr/>
        </p:nvSpPr>
        <p:spPr>
          <a:xfrm>
            <a:off x="11067044" y="2060721"/>
            <a:ext cx="1250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RF_OUT2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7BB80043-FFE7-AE54-7A59-7BB78AEC25B2}"/>
              </a:ext>
            </a:extLst>
          </p:cNvPr>
          <p:cNvSpPr txBox="1"/>
          <p:nvPr/>
        </p:nvSpPr>
        <p:spPr>
          <a:xfrm>
            <a:off x="11067044" y="2837390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RF_OUT3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F2FBCC04-3B96-A67E-C6E8-0BC84FFE0C7A}"/>
              </a:ext>
            </a:extLst>
          </p:cNvPr>
          <p:cNvSpPr txBox="1"/>
          <p:nvPr/>
        </p:nvSpPr>
        <p:spPr>
          <a:xfrm>
            <a:off x="11087919" y="3608413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RF_OUT4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5DC1A1E4-640A-205B-33AC-DC96E3B3C95B}"/>
              </a:ext>
            </a:extLst>
          </p:cNvPr>
          <p:cNvSpPr txBox="1"/>
          <p:nvPr/>
        </p:nvSpPr>
        <p:spPr>
          <a:xfrm>
            <a:off x="11087919" y="4422519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RF_OUT5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E8F6DAB2-43D2-EE28-3E07-2821519BA8BA}"/>
              </a:ext>
            </a:extLst>
          </p:cNvPr>
          <p:cNvSpPr txBox="1"/>
          <p:nvPr/>
        </p:nvSpPr>
        <p:spPr>
          <a:xfrm>
            <a:off x="11100309" y="5126639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RF_OUT6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920F4530-6994-E088-9CF7-3EAD5A4439D7}"/>
              </a:ext>
            </a:extLst>
          </p:cNvPr>
          <p:cNvSpPr txBox="1"/>
          <p:nvPr/>
        </p:nvSpPr>
        <p:spPr>
          <a:xfrm>
            <a:off x="2563350" y="5702853"/>
            <a:ext cx="14943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Blue  = I2C</a:t>
            </a:r>
          </a:p>
          <a:p>
            <a:r>
              <a:rPr lang="en-US" dirty="0"/>
              <a:t>Red   = +5V</a:t>
            </a:r>
          </a:p>
          <a:p>
            <a:r>
              <a:rPr lang="en-US" dirty="0"/>
              <a:t>Green = GND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6C81B6B4-8E6B-3F8B-320D-E2BEC40CE21F}"/>
              </a:ext>
            </a:extLst>
          </p:cNvPr>
          <p:cNvSpPr txBox="1"/>
          <p:nvPr/>
        </p:nvSpPr>
        <p:spPr>
          <a:xfrm>
            <a:off x="2571162" y="5445300"/>
            <a:ext cx="167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Dark Blue = I/O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D8AC5D55-35F3-E6AC-6570-4850B5D435CE}"/>
              </a:ext>
            </a:extLst>
          </p:cNvPr>
          <p:cNvSpPr txBox="1"/>
          <p:nvPr/>
        </p:nvSpPr>
        <p:spPr>
          <a:xfrm>
            <a:off x="9275689" y="6394723"/>
            <a:ext cx="2860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Architecture Freeze Point:</a:t>
            </a:r>
          </a:p>
          <a:p>
            <a:r>
              <a:rPr lang="en-US" sz="1000" dirty="0"/>
              <a:t>SI5351_VFO_HW_v0_9_ARCHITECTURE_STABLE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8A608D5A-2A29-3186-0E19-1B17255CFBE9}"/>
              </a:ext>
            </a:extLst>
          </p:cNvPr>
          <p:cNvSpPr txBox="1"/>
          <p:nvPr/>
        </p:nvSpPr>
        <p:spPr>
          <a:xfrm>
            <a:off x="335778" y="893862"/>
            <a:ext cx="4600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Add 0.1uF Ceramic capacitors between all VCC pins and ground on all modules.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91B83BFE-7436-69CB-82F1-B374161A351F}"/>
              </a:ext>
            </a:extLst>
          </p:cNvPr>
          <p:cNvSpPr txBox="1"/>
          <p:nvPr/>
        </p:nvSpPr>
        <p:spPr>
          <a:xfrm>
            <a:off x="332254" y="1056467"/>
            <a:ext cx="59154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Add 10uF Tantalum capacitors between VCC and ground on the Arduino NANO and each SI5351 module.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A0B5572F-2283-7ADF-B1F8-03F35B1105F1}"/>
              </a:ext>
            </a:extLst>
          </p:cNvPr>
          <p:cNvSpPr txBox="1"/>
          <p:nvPr/>
        </p:nvSpPr>
        <p:spPr>
          <a:xfrm>
            <a:off x="721514" y="6272987"/>
            <a:ext cx="1109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John Bielefeld</a:t>
            </a:r>
          </a:p>
          <a:p>
            <a:r>
              <a:rPr lang="en-US" sz="1200" dirty="0"/>
              <a:t>K1JEB</a:t>
            </a:r>
          </a:p>
        </p:txBody>
      </p:sp>
    </p:spTree>
    <p:extLst>
      <p:ext uri="{BB962C8B-B14F-4D97-AF65-F5344CB8AC3E}">
        <p14:creationId xmlns:p14="http://schemas.microsoft.com/office/powerpoint/2010/main" val="4246784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109</Words>
  <Application>Microsoft Office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Bielefeld</dc:creator>
  <cp:lastModifiedBy>John Bielefeld</cp:lastModifiedBy>
  <cp:revision>1</cp:revision>
  <dcterms:created xsi:type="dcterms:W3CDTF">2026-05-20T17:44:11Z</dcterms:created>
  <dcterms:modified xsi:type="dcterms:W3CDTF">2026-05-30T23:07:20Z</dcterms:modified>
</cp:coreProperties>
</file>