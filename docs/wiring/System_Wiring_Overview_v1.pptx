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C075C42-3469-4A9A-9B3B-1F517306AC7B}" v="65" dt="2026-05-20T22:40:20.16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100" d="100"/>
          <a:sy n="100" d="100"/>
        </p:scale>
        <p:origin x="264" y="18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microsoft.com/office/2015/10/relationships/revisionInfo" Target="revisionInfo.xml"/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521DC9C-5ECE-44DC-A71D-63CDFD8313D4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C8EFF66-42FE-4CF0-BE51-50764E8C64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03182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8EFF66-42FE-4CF0-BE51-50764E8C6418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976419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DA606E-A2A3-BDC0-31EA-B863094C4B7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258792C-9FD0-F587-7206-B9FCA94DCF0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4E991D-4E1A-46E7-3835-968C51F888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E72EBA-6B7C-4CB3-AA5D-1DBC4F41AF0A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18C6DF-5579-0692-61F4-F50948716D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8772F7-F380-0A71-D44E-6CC0EA130A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15F5DF-F3FB-4016-B721-AA14A69927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55472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78F48-C07F-82D1-332D-40D284C7B1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12EBEE-4445-A067-2303-9A0A871598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F78AEEE-0BA1-AE9A-35B6-660347E3E1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E72EBA-6B7C-4CB3-AA5D-1DBC4F41AF0A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38EE6F-73D7-B1B3-651C-8152F7E1DC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FAB4576-CF5A-0D68-E17C-6AE74E341A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15F5DF-F3FB-4016-B721-AA14A69927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06371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15CAE2-89FD-8A9E-D316-AB11ED402B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FCC87EA-D2B3-351F-6B0B-3B4788C82D7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4BB66F-9A82-06E5-A999-1BC5E1D768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E72EBA-6B7C-4CB3-AA5D-1DBC4F41AF0A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E94125-3593-EFF7-25D8-F18198B70E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2C04260-FA09-EC69-8705-AD7DDEE050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15F5DF-F3FB-4016-B721-AA14A69927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85020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6CE522-9D17-24EA-E7F1-1E2BFD5701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28BA21-71CF-DA0D-6AA1-7BC4D948768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0EEAD8F-8C00-63B5-7A3F-B75496BF6B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82A4E88-5598-2936-5181-5B5BEC5520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E72EBA-6B7C-4CB3-AA5D-1DBC4F41AF0A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5517472-FA88-1C03-4AB3-74BB012F5D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E20F4BF-B6F4-7490-1E11-364307CD62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15F5DF-F3FB-4016-B721-AA14A69927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0264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11CD65-8CAE-B63E-C252-97E6D0C2D0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D366DAB-3420-BC17-7BC2-32CF337F6D9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0B7D84F-B8C2-3825-1DE0-4E76E874F71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511CB5F-462A-B36F-D1E8-2AAF3D6683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3DF1421-C263-D43C-B2FE-3C42527A3B6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0F0B3EE-8D20-B392-AE58-A8B831828C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E72EBA-6B7C-4CB3-AA5D-1DBC4F41AF0A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3579120-B034-7EE0-4089-FB0EA492DE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1F5FDE2-8475-E822-C4D2-928CFF2229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15F5DF-F3FB-4016-B721-AA14A69927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19323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76E6B9-46CB-F061-61D2-EAEA8C91F9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1F7B59D-0A1E-F8D8-DA1F-4499CCE339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E72EBA-6B7C-4CB3-AA5D-1DBC4F41AF0A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4B7CAB4-64DE-7CED-C9C3-03DB515DCB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652F6D9-2486-EB42-BBFD-E871CD9F7A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15F5DF-F3FB-4016-B721-AA14A69927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44420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4C47B7B-66EB-F59F-75D1-FAE94A483C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E72EBA-6B7C-4CB3-AA5D-1DBC4F41AF0A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3994AB2-A49A-30F9-6D77-0980D1EE68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49BF82-1146-87D4-A131-4EDEE53B18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15F5DF-F3FB-4016-B721-AA14A69927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13129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C4D6E4-71C0-C193-4660-095CB7297D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D37301-9980-A64B-484A-150DF84A41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B537024-2B17-6C5D-798F-988C88DC373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2D9D730-B2E6-C202-CDCE-DF81E83F95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E72EBA-6B7C-4CB3-AA5D-1DBC4F41AF0A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885FA32-DD5E-8BD6-1BE7-46F36B5DEB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6E9E142-2031-9AB3-8E1E-02F668FA8D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15F5DF-F3FB-4016-B721-AA14A69927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891349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6CBAEB-7CB6-BCCD-592B-C88D777C8D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4B0A3B2-1B12-4213-82DD-70EBC11A762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F742082-76D3-7B7E-553F-BBA309CE84F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7700B57-85C6-538F-CA85-28A56E5CD8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E72EBA-6B7C-4CB3-AA5D-1DBC4F41AF0A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0006F17-B266-EB69-957D-2B23CF4500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16DA288-1666-9D0B-0218-898FAE8D92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15F5DF-F3FB-4016-B721-AA14A69927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363380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CA17E7-5360-1BFD-2F98-4D7CE0084E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28C78BD-21D5-DD4E-73BF-720D96969F3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29D22D6-1211-56D0-938B-FFE38CC0B4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E72EBA-6B7C-4CB3-AA5D-1DBC4F41AF0A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DF74EC-753D-D67E-0EF7-A90A98A2D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3718954-2072-D13F-375C-90BD0643E3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15F5DF-F3FB-4016-B721-AA14A69927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962614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A937326-982E-EC99-3456-20A5E868373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B304D4A-13B6-8238-5309-A9F6CCBEDB6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3894D1-D0CB-E915-B925-046A5757C4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E72EBA-6B7C-4CB3-AA5D-1DBC4F41AF0A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CE07BF-5808-F191-5422-D1A15A493A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F96D107-E18A-1947-0FAA-E257B806C9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15F5DF-F3FB-4016-B721-AA14A69927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3018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0493A75-9434-0B25-88E2-C4BE483BEE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EF5537F-F1D1-3EFC-E2AC-44042B05CD3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DAD8E1C-03B2-0210-9D74-D25E0E7BA2F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7E72EBA-6B7C-4CB3-AA5D-1DBC4F41AF0A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EE724A-2505-9680-D3BF-24589BD9D30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D1FF26-B5D3-4C73-DF25-A4C1C3FC7BE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F15F5DF-F3FB-4016-B721-AA14A69927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55373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jp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85E6D9FE-C658-8E33-EBE1-95FB4271F159}"/>
              </a:ext>
            </a:extLst>
          </p:cNvPr>
          <p:cNvSpPr txBox="1"/>
          <p:nvPr/>
        </p:nvSpPr>
        <p:spPr>
          <a:xfrm>
            <a:off x="4590288" y="128016"/>
            <a:ext cx="336367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SI5351 Multi-Radio VFO</a:t>
            </a:r>
          </a:p>
          <a:p>
            <a:r>
              <a:rPr lang="en-US" sz="2400" dirty="0"/>
              <a:t>System Wiring Overview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98336E6-2D66-C425-9633-F0516F45935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1925305" y="2888661"/>
            <a:ext cx="3185405" cy="128186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E63CB2AD-0E00-B007-437F-DC1E9ED6BF4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997" t="19088" r="5081" b="18186"/>
          <a:stretch>
            <a:fillRect/>
          </a:stretch>
        </p:blipFill>
        <p:spPr>
          <a:xfrm rot="5400000">
            <a:off x="5183479" y="2931486"/>
            <a:ext cx="2186842" cy="152549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02AE35C-6C3C-672F-57F4-695AE0BCC7A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>
            <a:off x="7624316" y="1998280"/>
            <a:ext cx="2263042" cy="1603742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842B04FA-135B-74A8-7E5A-BABD907C9BF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>
            <a:off x="7624316" y="4339595"/>
            <a:ext cx="2263042" cy="1603742"/>
          </a:xfrm>
          <a:prstGeom prst="rect">
            <a:avLst/>
          </a:prstGeom>
        </p:spPr>
      </p:pic>
      <p:pic>
        <p:nvPicPr>
          <p:cNvPr id="43" name="Picture 42">
            <a:extLst>
              <a:ext uri="{FF2B5EF4-FFF2-40B4-BE49-F238E27FC236}">
                <a16:creationId xmlns:a16="http://schemas.microsoft.com/office/drawing/2014/main" id="{A206DD11-5CAD-120F-C448-39B34C765AF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1324440" y="1793338"/>
            <a:ext cx="540970" cy="540970"/>
          </a:xfrm>
          <a:prstGeom prst="rect">
            <a:avLst/>
          </a:prstGeom>
        </p:spPr>
      </p:pic>
      <p:pic>
        <p:nvPicPr>
          <p:cNvPr id="45" name="Picture 44">
            <a:extLst>
              <a:ext uri="{FF2B5EF4-FFF2-40B4-BE49-F238E27FC236}">
                <a16:creationId xmlns:a16="http://schemas.microsoft.com/office/drawing/2014/main" id="{5384E03D-7C7B-58A5-912C-1446DADA21D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24440" y="2405817"/>
            <a:ext cx="542591" cy="542591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FF327542-C05B-AB3F-C579-FA372CA0147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24440" y="3022056"/>
            <a:ext cx="542591" cy="542591"/>
          </a:xfrm>
          <a:prstGeom prst="rect">
            <a:avLst/>
          </a:prstGeom>
        </p:spPr>
      </p:pic>
      <p:pic>
        <p:nvPicPr>
          <p:cNvPr id="49" name="Picture 48">
            <a:extLst>
              <a:ext uri="{FF2B5EF4-FFF2-40B4-BE49-F238E27FC236}">
                <a16:creationId xmlns:a16="http://schemas.microsoft.com/office/drawing/2014/main" id="{7DBDF515-3063-9CA8-CD2A-3E1946C5132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24442" y="3647847"/>
            <a:ext cx="542591" cy="542591"/>
          </a:xfrm>
          <a:prstGeom prst="rect">
            <a:avLst/>
          </a:prstGeom>
        </p:spPr>
      </p:pic>
      <p:pic>
        <p:nvPicPr>
          <p:cNvPr id="51" name="Picture 50">
            <a:extLst>
              <a:ext uri="{FF2B5EF4-FFF2-40B4-BE49-F238E27FC236}">
                <a16:creationId xmlns:a16="http://schemas.microsoft.com/office/drawing/2014/main" id="{E0098E86-D430-DCAB-8AED-78AD2E3E2C7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24440" y="4261947"/>
            <a:ext cx="542591" cy="542591"/>
          </a:xfrm>
          <a:prstGeom prst="rect">
            <a:avLst/>
          </a:prstGeom>
        </p:spPr>
      </p:pic>
      <p:pic>
        <p:nvPicPr>
          <p:cNvPr id="53" name="Picture 52">
            <a:extLst>
              <a:ext uri="{FF2B5EF4-FFF2-40B4-BE49-F238E27FC236}">
                <a16:creationId xmlns:a16="http://schemas.microsoft.com/office/drawing/2014/main" id="{B5415203-906D-A15E-BCD6-6E290F6BE25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22819" y="4851001"/>
            <a:ext cx="542591" cy="542591"/>
          </a:xfrm>
          <a:prstGeom prst="rect">
            <a:avLst/>
          </a:prstGeom>
        </p:spPr>
      </p:pic>
      <p:pic>
        <p:nvPicPr>
          <p:cNvPr id="55" name="Picture 54">
            <a:extLst>
              <a:ext uri="{FF2B5EF4-FFF2-40B4-BE49-F238E27FC236}">
                <a16:creationId xmlns:a16="http://schemas.microsoft.com/office/drawing/2014/main" id="{3EFF903A-35C1-F240-698F-2AF91F810DFE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76798" y="1197012"/>
            <a:ext cx="739879" cy="739879"/>
          </a:xfrm>
          <a:prstGeom prst="rect">
            <a:avLst/>
          </a:prstGeom>
        </p:spPr>
      </p:pic>
      <p:pic>
        <p:nvPicPr>
          <p:cNvPr id="57" name="Picture 56">
            <a:extLst>
              <a:ext uri="{FF2B5EF4-FFF2-40B4-BE49-F238E27FC236}">
                <a16:creationId xmlns:a16="http://schemas.microsoft.com/office/drawing/2014/main" id="{A68A304B-9944-9DF1-A660-FC272BC7F47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576330" y="2691320"/>
            <a:ext cx="743776" cy="737680"/>
          </a:xfrm>
          <a:prstGeom prst="rect">
            <a:avLst/>
          </a:prstGeom>
        </p:spPr>
      </p:pic>
      <p:pic>
        <p:nvPicPr>
          <p:cNvPr id="59" name="Picture 58">
            <a:extLst>
              <a:ext uri="{FF2B5EF4-FFF2-40B4-BE49-F238E27FC236}">
                <a16:creationId xmlns:a16="http://schemas.microsoft.com/office/drawing/2014/main" id="{ABE640B9-F33B-1A02-7BD9-9E079B0A50E8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557386" y="1915434"/>
            <a:ext cx="743776" cy="737680"/>
          </a:xfrm>
          <a:prstGeom prst="rect">
            <a:avLst/>
          </a:prstGeom>
        </p:spPr>
      </p:pic>
      <p:pic>
        <p:nvPicPr>
          <p:cNvPr id="61" name="Picture 60">
            <a:extLst>
              <a:ext uri="{FF2B5EF4-FFF2-40B4-BE49-F238E27FC236}">
                <a16:creationId xmlns:a16="http://schemas.microsoft.com/office/drawing/2014/main" id="{42401971-C1D4-A485-630D-79BAC75527DB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576330" y="3467207"/>
            <a:ext cx="743776" cy="737680"/>
          </a:xfrm>
          <a:prstGeom prst="rect">
            <a:avLst/>
          </a:prstGeom>
        </p:spPr>
      </p:pic>
      <p:pic>
        <p:nvPicPr>
          <p:cNvPr id="63" name="Picture 62">
            <a:extLst>
              <a:ext uri="{FF2B5EF4-FFF2-40B4-BE49-F238E27FC236}">
                <a16:creationId xmlns:a16="http://schemas.microsoft.com/office/drawing/2014/main" id="{E5BC75E2-2611-5561-EC5D-F4740467DEA8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576330" y="4261947"/>
            <a:ext cx="743776" cy="737680"/>
          </a:xfrm>
          <a:prstGeom prst="rect">
            <a:avLst/>
          </a:prstGeom>
        </p:spPr>
      </p:pic>
      <p:pic>
        <p:nvPicPr>
          <p:cNvPr id="65" name="Picture 64">
            <a:extLst>
              <a:ext uri="{FF2B5EF4-FFF2-40B4-BE49-F238E27FC236}">
                <a16:creationId xmlns:a16="http://schemas.microsoft.com/office/drawing/2014/main" id="{ECCFCA5C-713B-3CEA-7312-E1D1EE99947E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557386" y="4952805"/>
            <a:ext cx="743776" cy="737680"/>
          </a:xfrm>
          <a:prstGeom prst="rect">
            <a:avLst/>
          </a:prstGeom>
        </p:spPr>
      </p:pic>
      <p:cxnSp>
        <p:nvCxnSpPr>
          <p:cNvPr id="67" name="Connector: Elbow 66">
            <a:extLst>
              <a:ext uri="{FF2B5EF4-FFF2-40B4-BE49-F238E27FC236}">
                <a16:creationId xmlns:a16="http://schemas.microsoft.com/office/drawing/2014/main" id="{F35A76A0-D638-5976-0A3F-640A30204A87}"/>
              </a:ext>
            </a:extLst>
          </p:cNvPr>
          <p:cNvCxnSpPr>
            <a:cxnSpLocks/>
          </p:cNvCxnSpPr>
          <p:nvPr/>
        </p:nvCxnSpPr>
        <p:spPr>
          <a:xfrm flipV="1">
            <a:off x="9557708" y="1793338"/>
            <a:ext cx="1390510" cy="270485"/>
          </a:xfrm>
          <a:prstGeom prst="bentConnector3">
            <a:avLst/>
          </a:prstGeom>
          <a:ln w="254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: Elbow 69">
            <a:extLst>
              <a:ext uri="{FF2B5EF4-FFF2-40B4-BE49-F238E27FC236}">
                <a16:creationId xmlns:a16="http://schemas.microsoft.com/office/drawing/2014/main" id="{D6AACCE4-E20C-C211-806F-523EC0D3D7C6}"/>
              </a:ext>
            </a:extLst>
          </p:cNvPr>
          <p:cNvCxnSpPr>
            <a:cxnSpLocks/>
            <a:stCxn id="10" idx="0"/>
          </p:cNvCxnSpPr>
          <p:nvPr/>
        </p:nvCxnSpPr>
        <p:spPr>
          <a:xfrm flipV="1">
            <a:off x="9557708" y="2443167"/>
            <a:ext cx="1390510" cy="356984"/>
          </a:xfrm>
          <a:prstGeom prst="bentConnector3">
            <a:avLst/>
          </a:prstGeom>
          <a:ln w="254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: Elbow 72">
            <a:extLst>
              <a:ext uri="{FF2B5EF4-FFF2-40B4-BE49-F238E27FC236}">
                <a16:creationId xmlns:a16="http://schemas.microsoft.com/office/drawing/2014/main" id="{DE5DE482-7287-B3B0-BC9F-3DCED3333623}"/>
              </a:ext>
            </a:extLst>
          </p:cNvPr>
          <p:cNvCxnSpPr>
            <a:cxnSpLocks/>
          </p:cNvCxnSpPr>
          <p:nvPr/>
        </p:nvCxnSpPr>
        <p:spPr>
          <a:xfrm flipV="1">
            <a:off x="9557708" y="3237271"/>
            <a:ext cx="1481460" cy="327376"/>
          </a:xfrm>
          <a:prstGeom prst="bentConnector3">
            <a:avLst/>
          </a:prstGeom>
          <a:ln w="254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: Elbow 75">
            <a:extLst>
              <a:ext uri="{FF2B5EF4-FFF2-40B4-BE49-F238E27FC236}">
                <a16:creationId xmlns:a16="http://schemas.microsoft.com/office/drawing/2014/main" id="{1BE2358B-AF35-B689-FA1B-6C0BA86D8D62}"/>
              </a:ext>
            </a:extLst>
          </p:cNvPr>
          <p:cNvCxnSpPr>
            <a:cxnSpLocks/>
          </p:cNvCxnSpPr>
          <p:nvPr/>
        </p:nvCxnSpPr>
        <p:spPr>
          <a:xfrm flipV="1">
            <a:off x="9557708" y="4001767"/>
            <a:ext cx="1481460" cy="378504"/>
          </a:xfrm>
          <a:prstGeom prst="bentConnector3">
            <a:avLst/>
          </a:prstGeom>
          <a:ln w="254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: Elbow 78">
            <a:extLst>
              <a:ext uri="{FF2B5EF4-FFF2-40B4-BE49-F238E27FC236}">
                <a16:creationId xmlns:a16="http://schemas.microsoft.com/office/drawing/2014/main" id="{99A7B9C1-20C4-0F88-FE06-D5556DD3E334}"/>
              </a:ext>
            </a:extLst>
          </p:cNvPr>
          <p:cNvCxnSpPr>
            <a:cxnSpLocks/>
            <a:stCxn id="12" idx="0"/>
          </p:cNvCxnSpPr>
          <p:nvPr/>
        </p:nvCxnSpPr>
        <p:spPr>
          <a:xfrm flipV="1">
            <a:off x="9557708" y="4836560"/>
            <a:ext cx="1481460" cy="304906"/>
          </a:xfrm>
          <a:prstGeom prst="bentConnector3">
            <a:avLst/>
          </a:prstGeom>
          <a:ln w="254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: Elbow 81">
            <a:extLst>
              <a:ext uri="{FF2B5EF4-FFF2-40B4-BE49-F238E27FC236}">
                <a16:creationId xmlns:a16="http://schemas.microsoft.com/office/drawing/2014/main" id="{9A030F1C-83DC-B04B-A0CE-979D0355F69A}"/>
              </a:ext>
            </a:extLst>
          </p:cNvPr>
          <p:cNvCxnSpPr>
            <a:cxnSpLocks/>
          </p:cNvCxnSpPr>
          <p:nvPr/>
        </p:nvCxnSpPr>
        <p:spPr>
          <a:xfrm flipV="1">
            <a:off x="9557708" y="5501148"/>
            <a:ext cx="1481460" cy="361336"/>
          </a:xfrm>
          <a:prstGeom prst="bentConnector3">
            <a:avLst/>
          </a:prstGeom>
          <a:ln w="254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: Elbow 84">
            <a:extLst>
              <a:ext uri="{FF2B5EF4-FFF2-40B4-BE49-F238E27FC236}">
                <a16:creationId xmlns:a16="http://schemas.microsoft.com/office/drawing/2014/main" id="{90AD262D-DF30-5A4E-5FAC-B2337E15BD3E}"/>
              </a:ext>
            </a:extLst>
          </p:cNvPr>
          <p:cNvCxnSpPr>
            <a:cxnSpLocks/>
          </p:cNvCxnSpPr>
          <p:nvPr/>
        </p:nvCxnSpPr>
        <p:spPr>
          <a:xfrm flipV="1">
            <a:off x="9557708" y="3775288"/>
            <a:ext cx="1603742" cy="429599"/>
          </a:xfrm>
          <a:prstGeom prst="bentConnector3">
            <a:avLst>
              <a:gd name="adj1" fmla="val 28849"/>
            </a:avLst>
          </a:prstGeom>
          <a:ln w="254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: Elbow 87">
            <a:extLst>
              <a:ext uri="{FF2B5EF4-FFF2-40B4-BE49-F238E27FC236}">
                <a16:creationId xmlns:a16="http://schemas.microsoft.com/office/drawing/2014/main" id="{4DA2E647-1B46-E2F7-725D-9B63FD07D0E2}"/>
              </a:ext>
            </a:extLst>
          </p:cNvPr>
          <p:cNvCxnSpPr>
            <a:cxnSpLocks/>
          </p:cNvCxnSpPr>
          <p:nvPr/>
        </p:nvCxnSpPr>
        <p:spPr>
          <a:xfrm flipV="1">
            <a:off x="9496567" y="4583738"/>
            <a:ext cx="1664883" cy="369067"/>
          </a:xfrm>
          <a:prstGeom prst="bentConnector3">
            <a:avLst>
              <a:gd name="adj1" fmla="val 28297"/>
            </a:avLst>
          </a:prstGeom>
          <a:ln w="254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: Elbow 92">
            <a:extLst>
              <a:ext uri="{FF2B5EF4-FFF2-40B4-BE49-F238E27FC236}">
                <a16:creationId xmlns:a16="http://schemas.microsoft.com/office/drawing/2014/main" id="{86EAE4A2-C565-A37A-56DD-D668B979D126}"/>
              </a:ext>
            </a:extLst>
          </p:cNvPr>
          <p:cNvCxnSpPr>
            <a:cxnSpLocks/>
          </p:cNvCxnSpPr>
          <p:nvPr/>
        </p:nvCxnSpPr>
        <p:spPr>
          <a:xfrm flipV="1">
            <a:off x="9465997" y="5274596"/>
            <a:ext cx="1695453" cy="415889"/>
          </a:xfrm>
          <a:prstGeom prst="bentConnector3">
            <a:avLst>
              <a:gd name="adj1" fmla="val 31733"/>
            </a:avLst>
          </a:prstGeom>
          <a:ln w="254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: Elbow 96">
            <a:extLst>
              <a:ext uri="{FF2B5EF4-FFF2-40B4-BE49-F238E27FC236}">
                <a16:creationId xmlns:a16="http://schemas.microsoft.com/office/drawing/2014/main" id="{0EAE3BC1-26B1-EF1C-9893-9EFD819C7E63}"/>
              </a:ext>
            </a:extLst>
          </p:cNvPr>
          <p:cNvCxnSpPr>
            <a:cxnSpLocks/>
          </p:cNvCxnSpPr>
          <p:nvPr/>
        </p:nvCxnSpPr>
        <p:spPr>
          <a:xfrm flipV="1">
            <a:off x="9557708" y="3022056"/>
            <a:ext cx="1542601" cy="321916"/>
          </a:xfrm>
          <a:prstGeom prst="bentConnector3">
            <a:avLst>
              <a:gd name="adj1" fmla="val 29923"/>
            </a:avLst>
          </a:prstGeom>
          <a:ln w="254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: Elbow 101">
            <a:extLst>
              <a:ext uri="{FF2B5EF4-FFF2-40B4-BE49-F238E27FC236}">
                <a16:creationId xmlns:a16="http://schemas.microsoft.com/office/drawing/2014/main" id="{B6FF1D70-764B-9C5B-F108-B5A515583A10}"/>
              </a:ext>
            </a:extLst>
          </p:cNvPr>
          <p:cNvCxnSpPr>
            <a:cxnSpLocks/>
          </p:cNvCxnSpPr>
          <p:nvPr/>
        </p:nvCxnSpPr>
        <p:spPr>
          <a:xfrm flipV="1">
            <a:off x="9557708" y="1496631"/>
            <a:ext cx="1481460" cy="371981"/>
          </a:xfrm>
          <a:prstGeom prst="bentConnector3">
            <a:avLst>
              <a:gd name="adj1" fmla="val 31583"/>
            </a:avLst>
          </a:prstGeom>
          <a:ln w="254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: Elbow 105">
            <a:extLst>
              <a:ext uri="{FF2B5EF4-FFF2-40B4-BE49-F238E27FC236}">
                <a16:creationId xmlns:a16="http://schemas.microsoft.com/office/drawing/2014/main" id="{3D5710F1-8898-602A-98C3-9E96C2D28FBF}"/>
              </a:ext>
            </a:extLst>
          </p:cNvPr>
          <p:cNvCxnSpPr>
            <a:cxnSpLocks/>
          </p:cNvCxnSpPr>
          <p:nvPr/>
        </p:nvCxnSpPr>
        <p:spPr>
          <a:xfrm flipV="1">
            <a:off x="9496566" y="2221262"/>
            <a:ext cx="1603745" cy="383346"/>
          </a:xfrm>
          <a:prstGeom prst="bentConnector3">
            <a:avLst>
              <a:gd name="adj1" fmla="val 33447"/>
            </a:avLst>
          </a:prstGeom>
          <a:ln w="254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: Elbow 110">
            <a:extLst>
              <a:ext uri="{FF2B5EF4-FFF2-40B4-BE49-F238E27FC236}">
                <a16:creationId xmlns:a16="http://schemas.microsoft.com/office/drawing/2014/main" id="{893E7041-38AE-2E87-C2DB-182B6723048A}"/>
              </a:ext>
            </a:extLst>
          </p:cNvPr>
          <p:cNvCxnSpPr>
            <a:cxnSpLocks/>
          </p:cNvCxnSpPr>
          <p:nvPr/>
        </p:nvCxnSpPr>
        <p:spPr>
          <a:xfrm rot="10800000">
            <a:off x="1919142" y="2063824"/>
            <a:ext cx="1060032" cy="884585"/>
          </a:xfrm>
          <a:prstGeom prst="bentConnector3">
            <a:avLst>
              <a:gd name="adj1" fmla="val 67797"/>
            </a:avLst>
          </a:prstGeom>
          <a:ln w="254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Connector: Elbow 114">
            <a:extLst>
              <a:ext uri="{FF2B5EF4-FFF2-40B4-BE49-F238E27FC236}">
                <a16:creationId xmlns:a16="http://schemas.microsoft.com/office/drawing/2014/main" id="{03DFE6A1-D892-9CBB-3362-72CA01972EC4}"/>
              </a:ext>
            </a:extLst>
          </p:cNvPr>
          <p:cNvCxnSpPr>
            <a:cxnSpLocks/>
            <a:endCxn id="45" idx="3"/>
          </p:cNvCxnSpPr>
          <p:nvPr/>
        </p:nvCxnSpPr>
        <p:spPr>
          <a:xfrm rot="10800000">
            <a:off x="1867032" y="2677114"/>
            <a:ext cx="1119515" cy="428603"/>
          </a:xfrm>
          <a:prstGeom prst="bentConnector3">
            <a:avLst>
              <a:gd name="adj1" fmla="val 78077"/>
            </a:avLst>
          </a:prstGeom>
          <a:ln w="254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: Elbow 117">
            <a:extLst>
              <a:ext uri="{FF2B5EF4-FFF2-40B4-BE49-F238E27FC236}">
                <a16:creationId xmlns:a16="http://schemas.microsoft.com/office/drawing/2014/main" id="{FE610F9A-DAB0-DDDA-4EC1-B469BFB15705}"/>
              </a:ext>
            </a:extLst>
          </p:cNvPr>
          <p:cNvCxnSpPr>
            <a:cxnSpLocks/>
            <a:endCxn id="47" idx="3"/>
          </p:cNvCxnSpPr>
          <p:nvPr/>
        </p:nvCxnSpPr>
        <p:spPr>
          <a:xfrm rot="10800000" flipV="1">
            <a:off x="1867032" y="3291214"/>
            <a:ext cx="1119515" cy="2138"/>
          </a:xfrm>
          <a:prstGeom prst="bentConnector3">
            <a:avLst>
              <a:gd name="adj1" fmla="val 50000"/>
            </a:avLst>
          </a:prstGeom>
          <a:ln w="254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Connector: Elbow 120">
            <a:extLst>
              <a:ext uri="{FF2B5EF4-FFF2-40B4-BE49-F238E27FC236}">
                <a16:creationId xmlns:a16="http://schemas.microsoft.com/office/drawing/2014/main" id="{2A9AA323-C9E9-10BB-1BDC-5424DBACC664}"/>
              </a:ext>
            </a:extLst>
          </p:cNvPr>
          <p:cNvCxnSpPr>
            <a:cxnSpLocks/>
          </p:cNvCxnSpPr>
          <p:nvPr/>
        </p:nvCxnSpPr>
        <p:spPr>
          <a:xfrm rot="10800000" flipV="1">
            <a:off x="1867034" y="3434930"/>
            <a:ext cx="1112141" cy="472522"/>
          </a:xfrm>
          <a:prstGeom prst="bentConnector3">
            <a:avLst>
              <a:gd name="adj1" fmla="val 63924"/>
            </a:avLst>
          </a:prstGeom>
          <a:ln w="254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Connector: Elbow 123">
            <a:extLst>
              <a:ext uri="{FF2B5EF4-FFF2-40B4-BE49-F238E27FC236}">
                <a16:creationId xmlns:a16="http://schemas.microsoft.com/office/drawing/2014/main" id="{3283BCAC-6268-175F-D51D-0A4D6ACD1108}"/>
              </a:ext>
            </a:extLst>
          </p:cNvPr>
          <p:cNvCxnSpPr>
            <a:cxnSpLocks/>
            <a:endCxn id="51" idx="3"/>
          </p:cNvCxnSpPr>
          <p:nvPr/>
        </p:nvCxnSpPr>
        <p:spPr>
          <a:xfrm rot="10800000" flipV="1">
            <a:off x="1867032" y="3645707"/>
            <a:ext cx="1119515" cy="887535"/>
          </a:xfrm>
          <a:prstGeom prst="bentConnector3">
            <a:avLst>
              <a:gd name="adj1" fmla="val 50000"/>
            </a:avLst>
          </a:prstGeom>
          <a:ln w="254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" name="Connector: Elbow 129">
            <a:extLst>
              <a:ext uri="{FF2B5EF4-FFF2-40B4-BE49-F238E27FC236}">
                <a16:creationId xmlns:a16="http://schemas.microsoft.com/office/drawing/2014/main" id="{DA9F5C56-8CDD-53B2-87D0-8F4306CBA87D}"/>
              </a:ext>
            </a:extLst>
          </p:cNvPr>
          <p:cNvCxnSpPr>
            <a:cxnSpLocks/>
          </p:cNvCxnSpPr>
          <p:nvPr/>
        </p:nvCxnSpPr>
        <p:spPr>
          <a:xfrm rot="10800000" flipV="1">
            <a:off x="1545206" y="3836047"/>
            <a:ext cx="1441341" cy="1296142"/>
          </a:xfrm>
          <a:prstGeom prst="bentConnector3">
            <a:avLst>
              <a:gd name="adj1" fmla="val 25954"/>
            </a:avLst>
          </a:prstGeom>
          <a:ln w="254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Connector: Elbow 134">
            <a:extLst>
              <a:ext uri="{FF2B5EF4-FFF2-40B4-BE49-F238E27FC236}">
                <a16:creationId xmlns:a16="http://schemas.microsoft.com/office/drawing/2014/main" id="{1B2DB909-7EB1-2DF2-08C5-3050E786A464}"/>
              </a:ext>
            </a:extLst>
          </p:cNvPr>
          <p:cNvCxnSpPr>
            <a:cxnSpLocks/>
          </p:cNvCxnSpPr>
          <p:nvPr/>
        </p:nvCxnSpPr>
        <p:spPr>
          <a:xfrm flipV="1">
            <a:off x="4027920" y="3060160"/>
            <a:ext cx="1632515" cy="418689"/>
          </a:xfrm>
          <a:prstGeom prst="bentConnector3">
            <a:avLst>
              <a:gd name="adj1" fmla="val 39159"/>
            </a:avLst>
          </a:prstGeom>
          <a:ln w="25400">
            <a:solidFill>
              <a:srgbClr val="00B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Connector: Elbow 138">
            <a:extLst>
              <a:ext uri="{FF2B5EF4-FFF2-40B4-BE49-F238E27FC236}">
                <a16:creationId xmlns:a16="http://schemas.microsoft.com/office/drawing/2014/main" id="{E9BA253C-E100-523D-F82E-C8AD9F80791D}"/>
              </a:ext>
            </a:extLst>
          </p:cNvPr>
          <p:cNvCxnSpPr>
            <a:cxnSpLocks/>
          </p:cNvCxnSpPr>
          <p:nvPr/>
        </p:nvCxnSpPr>
        <p:spPr>
          <a:xfrm flipV="1">
            <a:off x="5418932" y="2800151"/>
            <a:ext cx="2745905" cy="2322145"/>
          </a:xfrm>
          <a:prstGeom prst="bentConnector3">
            <a:avLst>
              <a:gd name="adj1" fmla="val 63964"/>
            </a:avLst>
          </a:prstGeom>
          <a:ln w="25400">
            <a:solidFill>
              <a:srgbClr val="00B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" name="Connector: Elbow 139">
            <a:extLst>
              <a:ext uri="{FF2B5EF4-FFF2-40B4-BE49-F238E27FC236}">
                <a16:creationId xmlns:a16="http://schemas.microsoft.com/office/drawing/2014/main" id="{766A5A77-3595-6F7D-E0A1-28EB814976E7}"/>
              </a:ext>
            </a:extLst>
          </p:cNvPr>
          <p:cNvCxnSpPr>
            <a:cxnSpLocks/>
          </p:cNvCxnSpPr>
          <p:nvPr/>
        </p:nvCxnSpPr>
        <p:spPr>
          <a:xfrm flipV="1">
            <a:off x="4073886" y="3237271"/>
            <a:ext cx="1586549" cy="53943"/>
          </a:xfrm>
          <a:prstGeom prst="bentConnector3">
            <a:avLst>
              <a:gd name="adj1" fmla="val 50000"/>
            </a:avLst>
          </a:prstGeom>
          <a:ln w="25400">
            <a:solidFill>
              <a:srgbClr val="00B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1" name="Connector: Elbow 150">
            <a:extLst>
              <a:ext uri="{FF2B5EF4-FFF2-40B4-BE49-F238E27FC236}">
                <a16:creationId xmlns:a16="http://schemas.microsoft.com/office/drawing/2014/main" id="{034A7B28-180E-AFE7-3737-B8A3E09BE868}"/>
              </a:ext>
            </a:extLst>
          </p:cNvPr>
          <p:cNvCxnSpPr>
            <a:cxnSpLocks/>
          </p:cNvCxnSpPr>
          <p:nvPr/>
        </p:nvCxnSpPr>
        <p:spPr>
          <a:xfrm rot="5400000">
            <a:off x="5110566" y="4622269"/>
            <a:ext cx="808393" cy="191660"/>
          </a:xfrm>
          <a:prstGeom prst="bentConnector3">
            <a:avLst>
              <a:gd name="adj1" fmla="val -171"/>
            </a:avLst>
          </a:prstGeom>
          <a:ln w="25400">
            <a:solidFill>
              <a:srgbClr val="00B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6" name="Connector: Elbow 155">
            <a:extLst>
              <a:ext uri="{FF2B5EF4-FFF2-40B4-BE49-F238E27FC236}">
                <a16:creationId xmlns:a16="http://schemas.microsoft.com/office/drawing/2014/main" id="{6C9A1491-7872-E959-D5C0-B47CD1B90594}"/>
              </a:ext>
            </a:extLst>
          </p:cNvPr>
          <p:cNvCxnSpPr>
            <a:cxnSpLocks/>
          </p:cNvCxnSpPr>
          <p:nvPr/>
        </p:nvCxnSpPr>
        <p:spPr>
          <a:xfrm rot="5400000">
            <a:off x="4814402" y="4615202"/>
            <a:ext cx="1321213" cy="370854"/>
          </a:xfrm>
          <a:prstGeom prst="bentConnector3">
            <a:avLst>
              <a:gd name="adj1" fmla="val 884"/>
            </a:avLst>
          </a:prstGeom>
          <a:ln w="25400">
            <a:solidFill>
              <a:srgbClr val="00B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0" name="Connector: Elbow 159">
            <a:extLst>
              <a:ext uri="{FF2B5EF4-FFF2-40B4-BE49-F238E27FC236}">
                <a16:creationId xmlns:a16="http://schemas.microsoft.com/office/drawing/2014/main" id="{5EF482DE-43F1-4390-C4B9-9DEF6C9E141A}"/>
              </a:ext>
            </a:extLst>
          </p:cNvPr>
          <p:cNvCxnSpPr>
            <a:cxnSpLocks/>
          </p:cNvCxnSpPr>
          <p:nvPr/>
        </p:nvCxnSpPr>
        <p:spPr>
          <a:xfrm flipV="1">
            <a:off x="5279220" y="2989160"/>
            <a:ext cx="2863021" cy="2472076"/>
          </a:xfrm>
          <a:prstGeom prst="bentConnector3">
            <a:avLst>
              <a:gd name="adj1" fmla="val 71894"/>
            </a:avLst>
          </a:prstGeom>
          <a:ln w="25400">
            <a:solidFill>
              <a:srgbClr val="00B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" name="Connector: Elbow 173">
            <a:extLst>
              <a:ext uri="{FF2B5EF4-FFF2-40B4-BE49-F238E27FC236}">
                <a16:creationId xmlns:a16="http://schemas.microsoft.com/office/drawing/2014/main" id="{C076E570-78B7-6A5F-48D8-BBBD131F87B4}"/>
              </a:ext>
            </a:extLst>
          </p:cNvPr>
          <p:cNvCxnSpPr>
            <a:cxnSpLocks/>
          </p:cNvCxnSpPr>
          <p:nvPr/>
        </p:nvCxnSpPr>
        <p:spPr>
          <a:xfrm flipV="1">
            <a:off x="5660435" y="5132189"/>
            <a:ext cx="2481806" cy="694095"/>
          </a:xfrm>
          <a:prstGeom prst="bentConnector3">
            <a:avLst>
              <a:gd name="adj1" fmla="val 71028"/>
            </a:avLst>
          </a:prstGeom>
          <a:ln w="25400">
            <a:solidFill>
              <a:srgbClr val="00B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Connector: Elbow 188">
            <a:extLst>
              <a:ext uri="{FF2B5EF4-FFF2-40B4-BE49-F238E27FC236}">
                <a16:creationId xmlns:a16="http://schemas.microsoft.com/office/drawing/2014/main" id="{807A0546-F315-5901-1C69-404C7737B56B}"/>
              </a:ext>
            </a:extLst>
          </p:cNvPr>
          <p:cNvCxnSpPr>
            <a:cxnSpLocks/>
          </p:cNvCxnSpPr>
          <p:nvPr/>
        </p:nvCxnSpPr>
        <p:spPr>
          <a:xfrm flipV="1">
            <a:off x="5825613" y="5311305"/>
            <a:ext cx="2326989" cy="765030"/>
          </a:xfrm>
          <a:prstGeom prst="bentConnector3">
            <a:avLst>
              <a:gd name="adj1" fmla="val 72423"/>
            </a:avLst>
          </a:prstGeom>
          <a:ln w="25400">
            <a:solidFill>
              <a:srgbClr val="00B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4" name="Connector: Elbow 193">
            <a:extLst>
              <a:ext uri="{FF2B5EF4-FFF2-40B4-BE49-F238E27FC236}">
                <a16:creationId xmlns:a16="http://schemas.microsoft.com/office/drawing/2014/main" id="{02AB0BFD-1F7E-267F-8910-3AD07BA62A3C}"/>
              </a:ext>
            </a:extLst>
          </p:cNvPr>
          <p:cNvCxnSpPr>
            <a:cxnSpLocks/>
          </p:cNvCxnSpPr>
          <p:nvPr/>
        </p:nvCxnSpPr>
        <p:spPr>
          <a:xfrm rot="5400000">
            <a:off x="5095046" y="5271255"/>
            <a:ext cx="1108184" cy="1873"/>
          </a:xfrm>
          <a:prstGeom prst="bentConnector3">
            <a:avLst>
              <a:gd name="adj1" fmla="val 50000"/>
            </a:avLst>
          </a:prstGeom>
          <a:ln w="25400">
            <a:solidFill>
              <a:srgbClr val="00B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Connector: Elbow 199">
            <a:extLst>
              <a:ext uri="{FF2B5EF4-FFF2-40B4-BE49-F238E27FC236}">
                <a16:creationId xmlns:a16="http://schemas.microsoft.com/office/drawing/2014/main" id="{181723D1-B68F-09DD-A06B-3FE5F68761B7}"/>
              </a:ext>
            </a:extLst>
          </p:cNvPr>
          <p:cNvCxnSpPr>
            <a:cxnSpLocks/>
          </p:cNvCxnSpPr>
          <p:nvPr/>
        </p:nvCxnSpPr>
        <p:spPr>
          <a:xfrm rot="5400000">
            <a:off x="4425820" y="4850302"/>
            <a:ext cx="1592218" cy="859853"/>
          </a:xfrm>
          <a:prstGeom prst="bentConnector3">
            <a:avLst>
              <a:gd name="adj1" fmla="val -1409"/>
            </a:avLst>
          </a:prstGeom>
          <a:ln w="25400">
            <a:solidFill>
              <a:srgbClr val="00B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3" name="Connector: Elbow 212">
            <a:extLst>
              <a:ext uri="{FF2B5EF4-FFF2-40B4-BE49-F238E27FC236}">
                <a16:creationId xmlns:a16="http://schemas.microsoft.com/office/drawing/2014/main" id="{40A461F0-03DD-7224-1D29-1199427C3910}"/>
              </a:ext>
            </a:extLst>
          </p:cNvPr>
          <p:cNvCxnSpPr>
            <a:cxnSpLocks/>
          </p:cNvCxnSpPr>
          <p:nvPr/>
        </p:nvCxnSpPr>
        <p:spPr>
          <a:xfrm rot="10800000" flipV="1">
            <a:off x="4792003" y="6076335"/>
            <a:ext cx="1033613" cy="9896"/>
          </a:xfrm>
          <a:prstGeom prst="bentConnector3">
            <a:avLst>
              <a:gd name="adj1" fmla="val 50000"/>
            </a:avLst>
          </a:prstGeom>
          <a:ln w="25400">
            <a:solidFill>
              <a:srgbClr val="00B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1" name="Connector: Elbow 220">
            <a:extLst>
              <a:ext uri="{FF2B5EF4-FFF2-40B4-BE49-F238E27FC236}">
                <a16:creationId xmlns:a16="http://schemas.microsoft.com/office/drawing/2014/main" id="{FBBAB48C-2DDF-24FF-BAE9-3DA43734F9A7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206018" y="3827388"/>
            <a:ext cx="3239974" cy="27723"/>
          </a:xfrm>
          <a:prstGeom prst="bentConnector3">
            <a:avLst>
              <a:gd name="adj1" fmla="val 50000"/>
            </a:avLst>
          </a:prstGeom>
          <a:ln w="38100">
            <a:solidFill>
              <a:srgbClr val="00B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0" name="TextBox 229">
            <a:extLst>
              <a:ext uri="{FF2B5EF4-FFF2-40B4-BE49-F238E27FC236}">
                <a16:creationId xmlns:a16="http://schemas.microsoft.com/office/drawing/2014/main" id="{047644C7-CA75-6586-CB7C-EB65A0C2EC90}"/>
              </a:ext>
            </a:extLst>
          </p:cNvPr>
          <p:cNvSpPr txBox="1"/>
          <p:nvPr/>
        </p:nvSpPr>
        <p:spPr>
          <a:xfrm>
            <a:off x="3047628" y="3245449"/>
            <a:ext cx="609525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⏚</a:t>
            </a:r>
          </a:p>
        </p:txBody>
      </p:sp>
      <p:sp>
        <p:nvSpPr>
          <p:cNvPr id="231" name="TextBox 230">
            <a:extLst>
              <a:ext uri="{FF2B5EF4-FFF2-40B4-BE49-F238E27FC236}">
                <a16:creationId xmlns:a16="http://schemas.microsoft.com/office/drawing/2014/main" id="{4326DB0F-39E4-1AF4-15C4-DE99DCA079AC}"/>
              </a:ext>
            </a:extLst>
          </p:cNvPr>
          <p:cNvSpPr txBox="1"/>
          <p:nvPr/>
        </p:nvSpPr>
        <p:spPr>
          <a:xfrm>
            <a:off x="1476956" y="5437745"/>
            <a:ext cx="6703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GND</a:t>
            </a:r>
          </a:p>
        </p:txBody>
      </p:sp>
      <p:cxnSp>
        <p:nvCxnSpPr>
          <p:cNvPr id="233" name="Connector: Elbow 232">
            <a:extLst>
              <a:ext uri="{FF2B5EF4-FFF2-40B4-BE49-F238E27FC236}">
                <a16:creationId xmlns:a16="http://schemas.microsoft.com/office/drawing/2014/main" id="{39F2C4FC-7134-F488-C17D-069A67C8CC20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7330421" y="5815515"/>
            <a:ext cx="992011" cy="357109"/>
          </a:xfrm>
          <a:prstGeom prst="bentConnector3">
            <a:avLst>
              <a:gd name="adj1" fmla="val 98112"/>
            </a:avLst>
          </a:prstGeom>
          <a:ln w="38100">
            <a:solidFill>
              <a:srgbClr val="00B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0" name="TextBox 239">
            <a:extLst>
              <a:ext uri="{FF2B5EF4-FFF2-40B4-BE49-F238E27FC236}">
                <a16:creationId xmlns:a16="http://schemas.microsoft.com/office/drawing/2014/main" id="{8A3533DF-8906-65A1-6644-EA82C0BCC409}"/>
              </a:ext>
            </a:extLst>
          </p:cNvPr>
          <p:cNvSpPr txBox="1"/>
          <p:nvPr/>
        </p:nvSpPr>
        <p:spPr>
          <a:xfrm>
            <a:off x="7334606" y="6430854"/>
            <a:ext cx="6703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GND</a:t>
            </a:r>
          </a:p>
        </p:txBody>
      </p:sp>
      <p:cxnSp>
        <p:nvCxnSpPr>
          <p:cNvPr id="243" name="Connector: Elbow 242">
            <a:extLst>
              <a:ext uri="{FF2B5EF4-FFF2-40B4-BE49-F238E27FC236}">
                <a16:creationId xmlns:a16="http://schemas.microsoft.com/office/drawing/2014/main" id="{DA324A92-C960-B151-7EDE-7F2D6B67010C}"/>
              </a:ext>
            </a:extLst>
          </p:cNvPr>
          <p:cNvCxnSpPr>
            <a:cxnSpLocks/>
          </p:cNvCxnSpPr>
          <p:nvPr/>
        </p:nvCxnSpPr>
        <p:spPr>
          <a:xfrm rot="16200000" flipV="1">
            <a:off x="7741664" y="6089498"/>
            <a:ext cx="799590" cy="1564"/>
          </a:xfrm>
          <a:prstGeom prst="bentConnector3">
            <a:avLst>
              <a:gd name="adj1" fmla="val 50000"/>
            </a:avLst>
          </a:prstGeom>
          <a:ln w="381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7" name="TextBox 246">
            <a:extLst>
              <a:ext uri="{FF2B5EF4-FFF2-40B4-BE49-F238E27FC236}">
                <a16:creationId xmlns:a16="http://schemas.microsoft.com/office/drawing/2014/main" id="{2CC25637-3473-5C32-2B01-88EEF7D47010}"/>
              </a:ext>
            </a:extLst>
          </p:cNvPr>
          <p:cNvSpPr txBox="1"/>
          <p:nvPr/>
        </p:nvSpPr>
        <p:spPr>
          <a:xfrm>
            <a:off x="7881746" y="6460465"/>
            <a:ext cx="5661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+5V</a:t>
            </a:r>
          </a:p>
        </p:txBody>
      </p:sp>
      <p:sp>
        <p:nvSpPr>
          <p:cNvPr id="248" name="TextBox 247">
            <a:extLst>
              <a:ext uri="{FF2B5EF4-FFF2-40B4-BE49-F238E27FC236}">
                <a16:creationId xmlns:a16="http://schemas.microsoft.com/office/drawing/2014/main" id="{D8399892-09A7-BBC2-4935-FE24F9BBDB92}"/>
              </a:ext>
            </a:extLst>
          </p:cNvPr>
          <p:cNvSpPr txBox="1"/>
          <p:nvPr/>
        </p:nvSpPr>
        <p:spPr>
          <a:xfrm>
            <a:off x="3200028" y="3397849"/>
            <a:ext cx="609525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⏚</a:t>
            </a:r>
          </a:p>
        </p:txBody>
      </p:sp>
      <p:cxnSp>
        <p:nvCxnSpPr>
          <p:cNvPr id="249" name="Connector: Elbow 248">
            <a:extLst>
              <a:ext uri="{FF2B5EF4-FFF2-40B4-BE49-F238E27FC236}">
                <a16:creationId xmlns:a16="http://schemas.microsoft.com/office/drawing/2014/main" id="{440277B8-6C78-4F47-7B2C-86941361D775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7399155" y="3282800"/>
            <a:ext cx="825247" cy="569822"/>
          </a:xfrm>
          <a:prstGeom prst="bentConnector3">
            <a:avLst>
              <a:gd name="adj1" fmla="val 99186"/>
            </a:avLst>
          </a:prstGeom>
          <a:ln w="38100">
            <a:solidFill>
              <a:srgbClr val="00B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7" name="Connector: Elbow 256">
            <a:extLst>
              <a:ext uri="{FF2B5EF4-FFF2-40B4-BE49-F238E27FC236}">
                <a16:creationId xmlns:a16="http://schemas.microsoft.com/office/drawing/2014/main" id="{5FE53F3A-B130-FA01-2396-59A155C2B407}"/>
              </a:ext>
            </a:extLst>
          </p:cNvPr>
          <p:cNvCxnSpPr>
            <a:cxnSpLocks/>
          </p:cNvCxnSpPr>
          <p:nvPr/>
        </p:nvCxnSpPr>
        <p:spPr>
          <a:xfrm rot="5400000">
            <a:off x="7402133" y="3786531"/>
            <a:ext cx="1156847" cy="320261"/>
          </a:xfrm>
          <a:prstGeom prst="bentConnector3">
            <a:avLst>
              <a:gd name="adj1" fmla="val 647"/>
            </a:avLst>
          </a:prstGeom>
          <a:ln w="381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7" name="TextBox 266">
            <a:extLst>
              <a:ext uri="{FF2B5EF4-FFF2-40B4-BE49-F238E27FC236}">
                <a16:creationId xmlns:a16="http://schemas.microsoft.com/office/drawing/2014/main" id="{D43F6F30-B961-FE07-CFF3-E4AB589A47B9}"/>
              </a:ext>
            </a:extLst>
          </p:cNvPr>
          <p:cNvSpPr txBox="1"/>
          <p:nvPr/>
        </p:nvSpPr>
        <p:spPr>
          <a:xfrm>
            <a:off x="7215245" y="3961467"/>
            <a:ext cx="6703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GND</a:t>
            </a:r>
          </a:p>
        </p:txBody>
      </p:sp>
      <p:sp>
        <p:nvSpPr>
          <p:cNvPr id="270" name="TextBox 269">
            <a:extLst>
              <a:ext uri="{FF2B5EF4-FFF2-40B4-BE49-F238E27FC236}">
                <a16:creationId xmlns:a16="http://schemas.microsoft.com/office/drawing/2014/main" id="{E2BD033E-CD81-D07D-5432-913411A5A855}"/>
              </a:ext>
            </a:extLst>
          </p:cNvPr>
          <p:cNvSpPr txBox="1"/>
          <p:nvPr/>
        </p:nvSpPr>
        <p:spPr>
          <a:xfrm>
            <a:off x="7438801" y="4487999"/>
            <a:ext cx="5661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+5V</a:t>
            </a:r>
          </a:p>
        </p:txBody>
      </p:sp>
      <p:cxnSp>
        <p:nvCxnSpPr>
          <p:cNvPr id="271" name="Connector: Elbow 270">
            <a:extLst>
              <a:ext uri="{FF2B5EF4-FFF2-40B4-BE49-F238E27FC236}">
                <a16:creationId xmlns:a16="http://schemas.microsoft.com/office/drawing/2014/main" id="{882F6237-1E31-C80F-369E-A11BFF9FBFF0}"/>
              </a:ext>
            </a:extLst>
          </p:cNvPr>
          <p:cNvCxnSpPr>
            <a:cxnSpLocks/>
          </p:cNvCxnSpPr>
          <p:nvPr/>
        </p:nvCxnSpPr>
        <p:spPr>
          <a:xfrm flipV="1">
            <a:off x="4062906" y="1983939"/>
            <a:ext cx="1275649" cy="400393"/>
          </a:xfrm>
          <a:prstGeom prst="bentConnector3">
            <a:avLst>
              <a:gd name="adj1" fmla="val 50000"/>
            </a:avLst>
          </a:prstGeom>
          <a:ln w="38100">
            <a:solidFill>
              <a:srgbClr val="00B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5" name="TextBox 274">
            <a:extLst>
              <a:ext uri="{FF2B5EF4-FFF2-40B4-BE49-F238E27FC236}">
                <a16:creationId xmlns:a16="http://schemas.microsoft.com/office/drawing/2014/main" id="{5C0C3908-B168-E756-EE23-7665898ED053}"/>
              </a:ext>
            </a:extLst>
          </p:cNvPr>
          <p:cNvSpPr txBox="1"/>
          <p:nvPr/>
        </p:nvSpPr>
        <p:spPr>
          <a:xfrm>
            <a:off x="5338555" y="1835281"/>
            <a:ext cx="6703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GND</a:t>
            </a:r>
          </a:p>
        </p:txBody>
      </p:sp>
      <p:cxnSp>
        <p:nvCxnSpPr>
          <p:cNvPr id="276" name="Connector: Elbow 275">
            <a:extLst>
              <a:ext uri="{FF2B5EF4-FFF2-40B4-BE49-F238E27FC236}">
                <a16:creationId xmlns:a16="http://schemas.microsoft.com/office/drawing/2014/main" id="{E5311C1A-5746-0A54-8F4E-3C7D3B4475B8}"/>
              </a:ext>
            </a:extLst>
          </p:cNvPr>
          <p:cNvCxnSpPr>
            <a:cxnSpLocks/>
            <a:endCxn id="281" idx="1"/>
          </p:cNvCxnSpPr>
          <p:nvPr/>
        </p:nvCxnSpPr>
        <p:spPr>
          <a:xfrm flipV="1">
            <a:off x="4027920" y="2259894"/>
            <a:ext cx="1349424" cy="522856"/>
          </a:xfrm>
          <a:prstGeom prst="bentConnector3">
            <a:avLst>
              <a:gd name="adj1" fmla="val 66235"/>
            </a:avLst>
          </a:prstGeom>
          <a:ln w="381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1" name="TextBox 280">
            <a:extLst>
              <a:ext uri="{FF2B5EF4-FFF2-40B4-BE49-F238E27FC236}">
                <a16:creationId xmlns:a16="http://schemas.microsoft.com/office/drawing/2014/main" id="{76A5FBAC-396A-3C09-DB12-9F4FDB66D7E7}"/>
              </a:ext>
            </a:extLst>
          </p:cNvPr>
          <p:cNvSpPr txBox="1"/>
          <p:nvPr/>
        </p:nvSpPr>
        <p:spPr>
          <a:xfrm>
            <a:off x="5377344" y="2075228"/>
            <a:ext cx="5661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+5V</a:t>
            </a:r>
          </a:p>
        </p:txBody>
      </p:sp>
      <p:cxnSp>
        <p:nvCxnSpPr>
          <p:cNvPr id="285" name="Connector: Elbow 284">
            <a:extLst>
              <a:ext uri="{FF2B5EF4-FFF2-40B4-BE49-F238E27FC236}">
                <a16:creationId xmlns:a16="http://schemas.microsoft.com/office/drawing/2014/main" id="{95AF1816-CB73-3B9F-B615-974330E80D62}"/>
              </a:ext>
            </a:extLst>
          </p:cNvPr>
          <p:cNvCxnSpPr>
            <a:cxnSpLocks/>
            <a:stCxn id="281" idx="3"/>
          </p:cNvCxnSpPr>
          <p:nvPr/>
        </p:nvCxnSpPr>
        <p:spPr>
          <a:xfrm flipH="1">
            <a:off x="5688457" y="2259894"/>
            <a:ext cx="255068" cy="349026"/>
          </a:xfrm>
          <a:prstGeom prst="bentConnector4">
            <a:avLst>
              <a:gd name="adj1" fmla="val -89623"/>
              <a:gd name="adj2" fmla="val 76454"/>
            </a:avLst>
          </a:prstGeom>
          <a:ln w="381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3" name="Connector: Elbow 292">
            <a:extLst>
              <a:ext uri="{FF2B5EF4-FFF2-40B4-BE49-F238E27FC236}">
                <a16:creationId xmlns:a16="http://schemas.microsoft.com/office/drawing/2014/main" id="{ABCBDE54-BF39-1AE0-1F21-F16AC036A13C}"/>
              </a:ext>
            </a:extLst>
          </p:cNvPr>
          <p:cNvCxnSpPr>
            <a:cxnSpLocks/>
          </p:cNvCxnSpPr>
          <p:nvPr/>
        </p:nvCxnSpPr>
        <p:spPr>
          <a:xfrm rot="5400000">
            <a:off x="5560371" y="2096772"/>
            <a:ext cx="938342" cy="682169"/>
          </a:xfrm>
          <a:prstGeom prst="bentConnector3">
            <a:avLst>
              <a:gd name="adj1" fmla="val 97709"/>
            </a:avLst>
          </a:prstGeom>
          <a:ln w="38100">
            <a:solidFill>
              <a:srgbClr val="00B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8" name="Connector: Elbow 297">
            <a:extLst>
              <a:ext uri="{FF2B5EF4-FFF2-40B4-BE49-F238E27FC236}">
                <a16:creationId xmlns:a16="http://schemas.microsoft.com/office/drawing/2014/main" id="{B0B80E05-A38C-72AB-921A-AF2556AA22EE}"/>
              </a:ext>
            </a:extLst>
          </p:cNvPr>
          <p:cNvCxnSpPr>
            <a:cxnSpLocks/>
            <a:stCxn id="275" idx="3"/>
          </p:cNvCxnSpPr>
          <p:nvPr/>
        </p:nvCxnSpPr>
        <p:spPr>
          <a:xfrm>
            <a:off x="6008931" y="2019947"/>
            <a:ext cx="394049" cy="314363"/>
          </a:xfrm>
          <a:prstGeom prst="bentConnector3">
            <a:avLst>
              <a:gd name="adj1" fmla="val 91093"/>
            </a:avLst>
          </a:prstGeom>
          <a:ln w="38100">
            <a:solidFill>
              <a:srgbClr val="00B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9" name="Connector: Elbow 308">
            <a:extLst>
              <a:ext uri="{FF2B5EF4-FFF2-40B4-BE49-F238E27FC236}">
                <a16:creationId xmlns:a16="http://schemas.microsoft.com/office/drawing/2014/main" id="{3F6CF843-A86F-794A-3D8E-7597689A16E8}"/>
              </a:ext>
            </a:extLst>
          </p:cNvPr>
          <p:cNvCxnSpPr>
            <a:cxnSpLocks/>
          </p:cNvCxnSpPr>
          <p:nvPr/>
        </p:nvCxnSpPr>
        <p:spPr>
          <a:xfrm rot="16200000" flipV="1">
            <a:off x="2241311" y="2027104"/>
            <a:ext cx="943457" cy="472209"/>
          </a:xfrm>
          <a:prstGeom prst="bentConnector3">
            <a:avLst>
              <a:gd name="adj1" fmla="val -2498"/>
            </a:avLst>
          </a:prstGeom>
          <a:ln w="38100">
            <a:solidFill>
              <a:srgbClr val="00B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5" name="TextBox 314">
            <a:extLst>
              <a:ext uri="{FF2B5EF4-FFF2-40B4-BE49-F238E27FC236}">
                <a16:creationId xmlns:a16="http://schemas.microsoft.com/office/drawing/2014/main" id="{C04FABB5-9A8B-9D28-DF47-420D4926A1BC}"/>
              </a:ext>
            </a:extLst>
          </p:cNvPr>
          <p:cNvSpPr txBox="1"/>
          <p:nvPr/>
        </p:nvSpPr>
        <p:spPr>
          <a:xfrm>
            <a:off x="2225477" y="1485923"/>
            <a:ext cx="6703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GND</a:t>
            </a:r>
          </a:p>
        </p:txBody>
      </p:sp>
      <p:sp>
        <p:nvSpPr>
          <p:cNvPr id="317" name="TextBox 316">
            <a:extLst>
              <a:ext uri="{FF2B5EF4-FFF2-40B4-BE49-F238E27FC236}">
                <a16:creationId xmlns:a16="http://schemas.microsoft.com/office/drawing/2014/main" id="{3B856E56-CB1F-FB0E-3467-4C55D44A7F7F}"/>
              </a:ext>
            </a:extLst>
          </p:cNvPr>
          <p:cNvSpPr txBox="1"/>
          <p:nvPr/>
        </p:nvSpPr>
        <p:spPr>
          <a:xfrm>
            <a:off x="713671" y="1850749"/>
            <a:ext cx="6585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PTT1</a:t>
            </a:r>
          </a:p>
        </p:txBody>
      </p:sp>
      <p:sp>
        <p:nvSpPr>
          <p:cNvPr id="318" name="TextBox 317">
            <a:extLst>
              <a:ext uri="{FF2B5EF4-FFF2-40B4-BE49-F238E27FC236}">
                <a16:creationId xmlns:a16="http://schemas.microsoft.com/office/drawing/2014/main" id="{FEB2F1D7-9933-DE9B-F021-04E5C6774932}"/>
              </a:ext>
            </a:extLst>
          </p:cNvPr>
          <p:cNvSpPr txBox="1"/>
          <p:nvPr/>
        </p:nvSpPr>
        <p:spPr>
          <a:xfrm>
            <a:off x="709344" y="2492446"/>
            <a:ext cx="9016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PTT2</a:t>
            </a:r>
          </a:p>
        </p:txBody>
      </p:sp>
      <p:sp>
        <p:nvSpPr>
          <p:cNvPr id="320" name="TextBox 319">
            <a:extLst>
              <a:ext uri="{FF2B5EF4-FFF2-40B4-BE49-F238E27FC236}">
                <a16:creationId xmlns:a16="http://schemas.microsoft.com/office/drawing/2014/main" id="{51C111BA-F803-2902-C317-729B4792A0AB}"/>
              </a:ext>
            </a:extLst>
          </p:cNvPr>
          <p:cNvSpPr txBox="1"/>
          <p:nvPr/>
        </p:nvSpPr>
        <p:spPr>
          <a:xfrm>
            <a:off x="687831" y="3061939"/>
            <a:ext cx="6585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PTT3</a:t>
            </a:r>
          </a:p>
        </p:txBody>
      </p:sp>
      <p:sp>
        <p:nvSpPr>
          <p:cNvPr id="321" name="TextBox 320">
            <a:extLst>
              <a:ext uri="{FF2B5EF4-FFF2-40B4-BE49-F238E27FC236}">
                <a16:creationId xmlns:a16="http://schemas.microsoft.com/office/drawing/2014/main" id="{C7CEDE27-BE5E-5C35-4795-726ADA9C0B72}"/>
              </a:ext>
            </a:extLst>
          </p:cNvPr>
          <p:cNvSpPr txBox="1"/>
          <p:nvPr/>
        </p:nvSpPr>
        <p:spPr>
          <a:xfrm>
            <a:off x="701606" y="3703636"/>
            <a:ext cx="6585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PTT4</a:t>
            </a:r>
          </a:p>
        </p:txBody>
      </p:sp>
      <p:sp>
        <p:nvSpPr>
          <p:cNvPr id="322" name="TextBox 321">
            <a:extLst>
              <a:ext uri="{FF2B5EF4-FFF2-40B4-BE49-F238E27FC236}">
                <a16:creationId xmlns:a16="http://schemas.microsoft.com/office/drawing/2014/main" id="{74F743D0-5F74-5492-CF60-A521546F369C}"/>
              </a:ext>
            </a:extLst>
          </p:cNvPr>
          <p:cNvSpPr txBox="1"/>
          <p:nvPr/>
        </p:nvSpPr>
        <p:spPr>
          <a:xfrm>
            <a:off x="713671" y="4312590"/>
            <a:ext cx="6585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PTT5</a:t>
            </a:r>
          </a:p>
        </p:txBody>
      </p:sp>
      <p:sp>
        <p:nvSpPr>
          <p:cNvPr id="323" name="TextBox 322">
            <a:extLst>
              <a:ext uri="{FF2B5EF4-FFF2-40B4-BE49-F238E27FC236}">
                <a16:creationId xmlns:a16="http://schemas.microsoft.com/office/drawing/2014/main" id="{A6B3A927-4E89-6746-AB6C-9EA916D040A0}"/>
              </a:ext>
            </a:extLst>
          </p:cNvPr>
          <p:cNvSpPr txBox="1"/>
          <p:nvPr/>
        </p:nvSpPr>
        <p:spPr>
          <a:xfrm>
            <a:off x="721514" y="4898576"/>
            <a:ext cx="6585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PTT6</a:t>
            </a:r>
          </a:p>
        </p:txBody>
      </p:sp>
      <p:sp>
        <p:nvSpPr>
          <p:cNvPr id="324" name="TextBox 323">
            <a:extLst>
              <a:ext uri="{FF2B5EF4-FFF2-40B4-BE49-F238E27FC236}">
                <a16:creationId xmlns:a16="http://schemas.microsoft.com/office/drawing/2014/main" id="{FA4614B9-DB09-EFFE-B5A1-84F04D57A0C1}"/>
              </a:ext>
            </a:extLst>
          </p:cNvPr>
          <p:cNvSpPr txBox="1"/>
          <p:nvPr/>
        </p:nvSpPr>
        <p:spPr>
          <a:xfrm>
            <a:off x="11024565" y="1348754"/>
            <a:ext cx="11112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RF_OUT1</a:t>
            </a:r>
          </a:p>
        </p:txBody>
      </p:sp>
      <p:sp>
        <p:nvSpPr>
          <p:cNvPr id="325" name="TextBox 324">
            <a:extLst>
              <a:ext uri="{FF2B5EF4-FFF2-40B4-BE49-F238E27FC236}">
                <a16:creationId xmlns:a16="http://schemas.microsoft.com/office/drawing/2014/main" id="{B6E8725C-EA95-7CD7-C8A5-2CCF32B5E881}"/>
              </a:ext>
            </a:extLst>
          </p:cNvPr>
          <p:cNvSpPr txBox="1"/>
          <p:nvPr/>
        </p:nvSpPr>
        <p:spPr>
          <a:xfrm>
            <a:off x="11067044" y="2060721"/>
            <a:ext cx="12504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RF_OUT2</a:t>
            </a:r>
          </a:p>
        </p:txBody>
      </p:sp>
      <p:sp>
        <p:nvSpPr>
          <p:cNvPr id="326" name="TextBox 325">
            <a:extLst>
              <a:ext uri="{FF2B5EF4-FFF2-40B4-BE49-F238E27FC236}">
                <a16:creationId xmlns:a16="http://schemas.microsoft.com/office/drawing/2014/main" id="{7BB80043-FFE7-AE54-7A59-7BB78AEC25B2}"/>
              </a:ext>
            </a:extLst>
          </p:cNvPr>
          <p:cNvSpPr txBox="1"/>
          <p:nvPr/>
        </p:nvSpPr>
        <p:spPr>
          <a:xfrm>
            <a:off x="11067044" y="2837390"/>
            <a:ext cx="11112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RF_OUT3</a:t>
            </a:r>
          </a:p>
        </p:txBody>
      </p:sp>
      <p:sp>
        <p:nvSpPr>
          <p:cNvPr id="327" name="TextBox 326">
            <a:extLst>
              <a:ext uri="{FF2B5EF4-FFF2-40B4-BE49-F238E27FC236}">
                <a16:creationId xmlns:a16="http://schemas.microsoft.com/office/drawing/2014/main" id="{F2FBCC04-3B96-A67E-C6E8-0BC84FFE0C7A}"/>
              </a:ext>
            </a:extLst>
          </p:cNvPr>
          <p:cNvSpPr txBox="1"/>
          <p:nvPr/>
        </p:nvSpPr>
        <p:spPr>
          <a:xfrm>
            <a:off x="11087919" y="3608413"/>
            <a:ext cx="11112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RF_OUT4</a:t>
            </a:r>
          </a:p>
        </p:txBody>
      </p:sp>
      <p:sp>
        <p:nvSpPr>
          <p:cNvPr id="328" name="TextBox 327">
            <a:extLst>
              <a:ext uri="{FF2B5EF4-FFF2-40B4-BE49-F238E27FC236}">
                <a16:creationId xmlns:a16="http://schemas.microsoft.com/office/drawing/2014/main" id="{5DC1A1E4-640A-205B-33AC-DC96E3B3C95B}"/>
              </a:ext>
            </a:extLst>
          </p:cNvPr>
          <p:cNvSpPr txBox="1"/>
          <p:nvPr/>
        </p:nvSpPr>
        <p:spPr>
          <a:xfrm>
            <a:off x="11087919" y="4422519"/>
            <a:ext cx="11112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RF_OUT5</a:t>
            </a:r>
          </a:p>
        </p:txBody>
      </p:sp>
      <p:sp>
        <p:nvSpPr>
          <p:cNvPr id="329" name="TextBox 328">
            <a:extLst>
              <a:ext uri="{FF2B5EF4-FFF2-40B4-BE49-F238E27FC236}">
                <a16:creationId xmlns:a16="http://schemas.microsoft.com/office/drawing/2014/main" id="{E8F6DAB2-43D2-EE28-3E07-2821519BA8BA}"/>
              </a:ext>
            </a:extLst>
          </p:cNvPr>
          <p:cNvSpPr txBox="1"/>
          <p:nvPr/>
        </p:nvSpPr>
        <p:spPr>
          <a:xfrm>
            <a:off x="11100309" y="5126639"/>
            <a:ext cx="11112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RF_OUT6</a:t>
            </a:r>
          </a:p>
        </p:txBody>
      </p:sp>
      <p:sp>
        <p:nvSpPr>
          <p:cNvPr id="330" name="TextBox 329">
            <a:extLst>
              <a:ext uri="{FF2B5EF4-FFF2-40B4-BE49-F238E27FC236}">
                <a16:creationId xmlns:a16="http://schemas.microsoft.com/office/drawing/2014/main" id="{920F4530-6994-E088-9CF7-3EAD5A4439D7}"/>
              </a:ext>
            </a:extLst>
          </p:cNvPr>
          <p:cNvSpPr txBox="1"/>
          <p:nvPr/>
        </p:nvSpPr>
        <p:spPr>
          <a:xfrm>
            <a:off x="2563350" y="5702853"/>
            <a:ext cx="1494383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Blue  = I2C</a:t>
            </a:r>
          </a:p>
          <a:p>
            <a:r>
              <a:rPr lang="en-US" dirty="0"/>
              <a:t>Red   = +5V</a:t>
            </a:r>
          </a:p>
          <a:p>
            <a:r>
              <a:rPr lang="en-US" dirty="0"/>
              <a:t>Green = GND</a:t>
            </a:r>
          </a:p>
        </p:txBody>
      </p:sp>
      <p:sp>
        <p:nvSpPr>
          <p:cNvPr id="331" name="TextBox 330">
            <a:extLst>
              <a:ext uri="{FF2B5EF4-FFF2-40B4-BE49-F238E27FC236}">
                <a16:creationId xmlns:a16="http://schemas.microsoft.com/office/drawing/2014/main" id="{6C81B6B4-8E6B-3F8B-320D-E2BEC40CE21F}"/>
              </a:ext>
            </a:extLst>
          </p:cNvPr>
          <p:cNvSpPr txBox="1"/>
          <p:nvPr/>
        </p:nvSpPr>
        <p:spPr>
          <a:xfrm>
            <a:off x="2571162" y="5445300"/>
            <a:ext cx="16719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Dark Blue = I/O</a:t>
            </a:r>
          </a:p>
        </p:txBody>
      </p:sp>
      <p:sp>
        <p:nvSpPr>
          <p:cNvPr id="332" name="TextBox 331">
            <a:extLst>
              <a:ext uri="{FF2B5EF4-FFF2-40B4-BE49-F238E27FC236}">
                <a16:creationId xmlns:a16="http://schemas.microsoft.com/office/drawing/2014/main" id="{D8AC5D55-35F3-E6AC-6570-4850B5D435CE}"/>
              </a:ext>
            </a:extLst>
          </p:cNvPr>
          <p:cNvSpPr txBox="1"/>
          <p:nvPr/>
        </p:nvSpPr>
        <p:spPr>
          <a:xfrm>
            <a:off x="9275689" y="6394723"/>
            <a:ext cx="286007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Architecture Freeze Point:</a:t>
            </a:r>
          </a:p>
          <a:p>
            <a:r>
              <a:rPr lang="en-US" sz="1000" dirty="0"/>
              <a:t>SI5351_VFO_HW_v0_9_ARCHITECTURE_STABLE</a:t>
            </a:r>
          </a:p>
        </p:txBody>
      </p:sp>
      <p:sp>
        <p:nvSpPr>
          <p:cNvPr id="333" name="TextBox 332">
            <a:extLst>
              <a:ext uri="{FF2B5EF4-FFF2-40B4-BE49-F238E27FC236}">
                <a16:creationId xmlns:a16="http://schemas.microsoft.com/office/drawing/2014/main" id="{8A608D5A-2A29-3186-0E19-1B17255CFBE9}"/>
              </a:ext>
            </a:extLst>
          </p:cNvPr>
          <p:cNvSpPr txBox="1"/>
          <p:nvPr/>
        </p:nvSpPr>
        <p:spPr>
          <a:xfrm>
            <a:off x="335778" y="893862"/>
            <a:ext cx="460094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Add 0.1uF Ceramic capacitors between all VCC pins and ground on all modules.</a:t>
            </a:r>
          </a:p>
        </p:txBody>
      </p:sp>
      <p:sp>
        <p:nvSpPr>
          <p:cNvPr id="334" name="TextBox 333">
            <a:extLst>
              <a:ext uri="{FF2B5EF4-FFF2-40B4-BE49-F238E27FC236}">
                <a16:creationId xmlns:a16="http://schemas.microsoft.com/office/drawing/2014/main" id="{91B83BFE-7436-69CB-82F1-B374161A351F}"/>
              </a:ext>
            </a:extLst>
          </p:cNvPr>
          <p:cNvSpPr txBox="1"/>
          <p:nvPr/>
        </p:nvSpPr>
        <p:spPr>
          <a:xfrm>
            <a:off x="332254" y="1056467"/>
            <a:ext cx="591540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Add 10uF Tantalum capacitors between VCC and ground on the Arduino NANO and each SI5351 module.</a:t>
            </a:r>
          </a:p>
        </p:txBody>
      </p:sp>
      <p:sp>
        <p:nvSpPr>
          <p:cNvPr id="335" name="TextBox 334">
            <a:extLst>
              <a:ext uri="{FF2B5EF4-FFF2-40B4-BE49-F238E27FC236}">
                <a16:creationId xmlns:a16="http://schemas.microsoft.com/office/drawing/2014/main" id="{A0B5572F-2283-7ADF-B1F8-03F35B1105F1}"/>
              </a:ext>
            </a:extLst>
          </p:cNvPr>
          <p:cNvSpPr txBox="1"/>
          <p:nvPr/>
        </p:nvSpPr>
        <p:spPr>
          <a:xfrm>
            <a:off x="721514" y="6272987"/>
            <a:ext cx="110927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John Bielefeld</a:t>
            </a:r>
          </a:p>
          <a:p>
            <a:r>
              <a:rPr lang="en-US" sz="1200" dirty="0"/>
              <a:t>K1JEB</a:t>
            </a:r>
          </a:p>
        </p:txBody>
      </p:sp>
    </p:spTree>
    <p:extLst>
      <p:ext uri="{BB962C8B-B14F-4D97-AF65-F5344CB8AC3E}">
        <p14:creationId xmlns:p14="http://schemas.microsoft.com/office/powerpoint/2010/main" val="424678434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319</TotalTime>
  <Words>109</Words>
  <Application>Microsoft Office PowerPoint</Application>
  <PresentationFormat>Widescreen</PresentationFormat>
  <Paragraphs>35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John Bielefeld</dc:creator>
  <cp:lastModifiedBy>John Bielefeld</cp:lastModifiedBy>
  <cp:revision>1</cp:revision>
  <dcterms:created xsi:type="dcterms:W3CDTF">2026-05-20T17:44:11Z</dcterms:created>
  <dcterms:modified xsi:type="dcterms:W3CDTF">2026-05-20T23:03:14Z</dcterms:modified>
</cp:coreProperties>
</file>